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61" r:id="rId3"/>
    <p:sldId id="262" r:id="rId4"/>
    <p:sldId id="263" r:id="rId5"/>
    <p:sldId id="264" r:id="rId6"/>
    <p:sldId id="265" r:id="rId7"/>
    <p:sldId id="266" r:id="rId8"/>
    <p:sldId id="271" r:id="rId9"/>
    <p:sldId id="272" r:id="rId10"/>
    <p:sldId id="273" r:id="rId11"/>
    <p:sldId id="274" r:id="rId12"/>
    <p:sldId id="275" r:id="rId13"/>
    <p:sldId id="277" r:id="rId14"/>
    <p:sldId id="267" r:id="rId15"/>
    <p:sldId id="268"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FCCB8A-41A3-40DE-B3DB-C0EFE6D5E54B}" v="64" dt="2025-11-18T06:51:32.4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07" autoAdjust="0"/>
    <p:restoredTop sz="94660"/>
  </p:normalViewPr>
  <p:slideViewPr>
    <p:cSldViewPr snapToGrid="0">
      <p:cViewPr varScale="1">
        <p:scale>
          <a:sx n="58" d="100"/>
          <a:sy n="58" d="100"/>
        </p:scale>
        <p:origin x="48" y="5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rfanasherin9746@gmail.com" userId="47ecdb75297581bd" providerId="LiveId" clId="{FBD792F4-A03C-4C3A-BD5F-B99A71BD325D}"/>
    <pc:docChg chg="undo custSel addSld delSld modSld sldOrd addSection delSection">
      <pc:chgData name="irfanasherin9746@gmail.com" userId="47ecdb75297581bd" providerId="LiveId" clId="{FBD792F4-A03C-4C3A-BD5F-B99A71BD325D}" dt="2025-11-18T14:35:20.611" v="1234" actId="14100"/>
      <pc:docMkLst>
        <pc:docMk/>
      </pc:docMkLst>
      <pc:sldChg chg="modSp mod">
        <pc:chgData name="irfanasherin9746@gmail.com" userId="47ecdb75297581bd" providerId="LiveId" clId="{FBD792F4-A03C-4C3A-BD5F-B99A71BD325D}" dt="2025-11-18T14:35:20.611" v="1234" actId="14100"/>
        <pc:sldMkLst>
          <pc:docMk/>
          <pc:sldMk cId="1412491610" sldId="256"/>
        </pc:sldMkLst>
        <pc:spChg chg="mod">
          <ac:chgData name="irfanasherin9746@gmail.com" userId="47ecdb75297581bd" providerId="LiveId" clId="{FBD792F4-A03C-4C3A-BD5F-B99A71BD325D}" dt="2025-11-18T05:41:26.925" v="875" actId="14100"/>
          <ac:spMkLst>
            <pc:docMk/>
            <pc:sldMk cId="1412491610" sldId="256"/>
            <ac:spMk id="2" creationId="{D130A9D1-A6BC-C6F1-54D3-0AB222E02B9C}"/>
          </ac:spMkLst>
        </pc:spChg>
        <pc:spChg chg="mod">
          <ac:chgData name="irfanasherin9746@gmail.com" userId="47ecdb75297581bd" providerId="LiveId" clId="{FBD792F4-A03C-4C3A-BD5F-B99A71BD325D}" dt="2025-11-18T14:35:20.611" v="1234" actId="14100"/>
          <ac:spMkLst>
            <pc:docMk/>
            <pc:sldMk cId="1412491610" sldId="256"/>
            <ac:spMk id="3" creationId="{DBBA5514-5895-4DB6-3931-63DAF5C2C570}"/>
          </ac:spMkLst>
        </pc:spChg>
      </pc:sldChg>
      <pc:sldChg chg="modSp mod">
        <pc:chgData name="irfanasherin9746@gmail.com" userId="47ecdb75297581bd" providerId="LiveId" clId="{FBD792F4-A03C-4C3A-BD5F-B99A71BD325D}" dt="2025-11-17T03:34:36.001" v="72" actId="255"/>
        <pc:sldMkLst>
          <pc:docMk/>
          <pc:sldMk cId="2580607624" sldId="261"/>
        </pc:sldMkLst>
        <pc:spChg chg="mod">
          <ac:chgData name="irfanasherin9746@gmail.com" userId="47ecdb75297581bd" providerId="LiveId" clId="{FBD792F4-A03C-4C3A-BD5F-B99A71BD325D}" dt="2025-11-17T03:34:36.001" v="72" actId="255"/>
          <ac:spMkLst>
            <pc:docMk/>
            <pc:sldMk cId="2580607624" sldId="261"/>
            <ac:spMk id="3" creationId="{B64EB98C-3A3C-6072-F95C-28B2A4F49CD6}"/>
          </ac:spMkLst>
        </pc:spChg>
      </pc:sldChg>
      <pc:sldChg chg="modSp mod">
        <pc:chgData name="irfanasherin9746@gmail.com" userId="47ecdb75297581bd" providerId="LiveId" clId="{FBD792F4-A03C-4C3A-BD5F-B99A71BD325D}" dt="2025-11-17T03:35:56.168" v="83" actId="20577"/>
        <pc:sldMkLst>
          <pc:docMk/>
          <pc:sldMk cId="2769288142" sldId="262"/>
        </pc:sldMkLst>
        <pc:spChg chg="mod">
          <ac:chgData name="irfanasherin9746@gmail.com" userId="47ecdb75297581bd" providerId="LiveId" clId="{FBD792F4-A03C-4C3A-BD5F-B99A71BD325D}" dt="2025-11-17T03:35:56.168" v="83" actId="20577"/>
          <ac:spMkLst>
            <pc:docMk/>
            <pc:sldMk cId="2769288142" sldId="262"/>
            <ac:spMk id="3" creationId="{C248A9BD-2156-ABB4-8228-F8A168AB53FD}"/>
          </ac:spMkLst>
        </pc:spChg>
      </pc:sldChg>
      <pc:sldChg chg="modSp mod">
        <pc:chgData name="irfanasherin9746@gmail.com" userId="47ecdb75297581bd" providerId="LiveId" clId="{FBD792F4-A03C-4C3A-BD5F-B99A71BD325D}" dt="2025-11-17T04:50:27.147" v="581" actId="207"/>
        <pc:sldMkLst>
          <pc:docMk/>
          <pc:sldMk cId="1523020796" sldId="264"/>
        </pc:sldMkLst>
        <pc:spChg chg="mod">
          <ac:chgData name="irfanasherin9746@gmail.com" userId="47ecdb75297581bd" providerId="LiveId" clId="{FBD792F4-A03C-4C3A-BD5F-B99A71BD325D}" dt="2025-11-17T04:50:27.147" v="581" actId="207"/>
          <ac:spMkLst>
            <pc:docMk/>
            <pc:sldMk cId="1523020796" sldId="264"/>
            <ac:spMk id="2" creationId="{D91051AD-5205-088E-E137-58548E30316A}"/>
          </ac:spMkLst>
        </pc:spChg>
        <pc:spChg chg="mod">
          <ac:chgData name="irfanasherin9746@gmail.com" userId="47ecdb75297581bd" providerId="LiveId" clId="{FBD792F4-A03C-4C3A-BD5F-B99A71BD325D}" dt="2025-11-17T03:35:04.139" v="74" actId="14100"/>
          <ac:spMkLst>
            <pc:docMk/>
            <pc:sldMk cId="1523020796" sldId="264"/>
            <ac:spMk id="3" creationId="{9EEC85ED-11EC-77AB-C77C-66F35BB1B904}"/>
          </ac:spMkLst>
        </pc:spChg>
      </pc:sldChg>
      <pc:sldChg chg="modSp new mod">
        <pc:chgData name="irfanasherin9746@gmail.com" userId="47ecdb75297581bd" providerId="LiveId" clId="{FBD792F4-A03C-4C3A-BD5F-B99A71BD325D}" dt="2025-11-18T06:21:41.817" v="1189" actId="20577"/>
        <pc:sldMkLst>
          <pc:docMk/>
          <pc:sldMk cId="995816950" sldId="265"/>
        </pc:sldMkLst>
        <pc:spChg chg="mod">
          <ac:chgData name="irfanasherin9746@gmail.com" userId="47ecdb75297581bd" providerId="LiveId" clId="{FBD792F4-A03C-4C3A-BD5F-B99A71BD325D}" dt="2025-11-17T04:50:18.350" v="580" actId="207"/>
          <ac:spMkLst>
            <pc:docMk/>
            <pc:sldMk cId="995816950" sldId="265"/>
            <ac:spMk id="2" creationId="{033C3FCC-8260-E655-AA93-4E6B3963A8CB}"/>
          </ac:spMkLst>
        </pc:spChg>
        <pc:spChg chg="mod">
          <ac:chgData name="irfanasherin9746@gmail.com" userId="47ecdb75297581bd" providerId="LiveId" clId="{FBD792F4-A03C-4C3A-BD5F-B99A71BD325D}" dt="2025-11-18T06:21:41.817" v="1189" actId="20577"/>
          <ac:spMkLst>
            <pc:docMk/>
            <pc:sldMk cId="995816950" sldId="265"/>
            <ac:spMk id="3" creationId="{AD250275-8F27-F676-9968-5B8437CF7E2C}"/>
          </ac:spMkLst>
        </pc:spChg>
      </pc:sldChg>
      <pc:sldChg chg="modSp new mod">
        <pc:chgData name="irfanasherin9746@gmail.com" userId="47ecdb75297581bd" providerId="LiveId" clId="{FBD792F4-A03C-4C3A-BD5F-B99A71BD325D}" dt="2025-11-18T14:20:32.557" v="1224" actId="20577"/>
        <pc:sldMkLst>
          <pc:docMk/>
          <pc:sldMk cId="3464685751" sldId="266"/>
        </pc:sldMkLst>
        <pc:spChg chg="mod">
          <ac:chgData name="irfanasherin9746@gmail.com" userId="47ecdb75297581bd" providerId="LiveId" clId="{FBD792F4-A03C-4C3A-BD5F-B99A71BD325D}" dt="2025-11-17T04:50:09.494" v="579" actId="207"/>
          <ac:spMkLst>
            <pc:docMk/>
            <pc:sldMk cId="3464685751" sldId="266"/>
            <ac:spMk id="2" creationId="{CDBBC6FD-1B27-0D1B-B6B8-6EB76A23D1F4}"/>
          </ac:spMkLst>
        </pc:spChg>
        <pc:spChg chg="mod">
          <ac:chgData name="irfanasherin9746@gmail.com" userId="47ecdb75297581bd" providerId="LiveId" clId="{FBD792F4-A03C-4C3A-BD5F-B99A71BD325D}" dt="2025-11-18T14:20:32.557" v="1224" actId="20577"/>
          <ac:spMkLst>
            <pc:docMk/>
            <pc:sldMk cId="3464685751" sldId="266"/>
            <ac:spMk id="3" creationId="{99FFEB92-F08C-8388-2C8C-DACF7EBE1F06}"/>
          </ac:spMkLst>
        </pc:spChg>
      </pc:sldChg>
      <pc:sldChg chg="modSp new mod">
        <pc:chgData name="irfanasherin9746@gmail.com" userId="47ecdb75297581bd" providerId="LiveId" clId="{FBD792F4-A03C-4C3A-BD5F-B99A71BD325D}" dt="2025-11-17T04:49:57.977" v="578" actId="207"/>
        <pc:sldMkLst>
          <pc:docMk/>
          <pc:sldMk cId="1581092660" sldId="267"/>
        </pc:sldMkLst>
        <pc:spChg chg="mod">
          <ac:chgData name="irfanasherin9746@gmail.com" userId="47ecdb75297581bd" providerId="LiveId" clId="{FBD792F4-A03C-4C3A-BD5F-B99A71BD325D}" dt="2025-11-17T04:49:57.977" v="578" actId="207"/>
          <ac:spMkLst>
            <pc:docMk/>
            <pc:sldMk cId="1581092660" sldId="267"/>
            <ac:spMk id="2" creationId="{825FFB2A-5F67-16A4-5ED7-A83BB14617AC}"/>
          </ac:spMkLst>
        </pc:spChg>
        <pc:spChg chg="mod">
          <ac:chgData name="irfanasherin9746@gmail.com" userId="47ecdb75297581bd" providerId="LiveId" clId="{FBD792F4-A03C-4C3A-BD5F-B99A71BD325D}" dt="2025-11-17T04:17:20.370" v="386" actId="27636"/>
          <ac:spMkLst>
            <pc:docMk/>
            <pc:sldMk cId="1581092660" sldId="267"/>
            <ac:spMk id="3" creationId="{7C9742B5-9398-A677-7448-E8022CB8A25C}"/>
          </ac:spMkLst>
        </pc:spChg>
      </pc:sldChg>
      <pc:sldChg chg="modSp new mod">
        <pc:chgData name="irfanasherin9746@gmail.com" userId="47ecdb75297581bd" providerId="LiveId" clId="{FBD792F4-A03C-4C3A-BD5F-B99A71BD325D}" dt="2025-11-17T04:49:45.041" v="577" actId="207"/>
        <pc:sldMkLst>
          <pc:docMk/>
          <pc:sldMk cId="546504662" sldId="268"/>
        </pc:sldMkLst>
        <pc:spChg chg="mod">
          <ac:chgData name="irfanasherin9746@gmail.com" userId="47ecdb75297581bd" providerId="LiveId" clId="{FBD792F4-A03C-4C3A-BD5F-B99A71BD325D}" dt="2025-11-17T04:49:45.041" v="577" actId="207"/>
          <ac:spMkLst>
            <pc:docMk/>
            <pc:sldMk cId="546504662" sldId="268"/>
            <ac:spMk id="2" creationId="{81BEC237-A739-381D-4A73-B8F3D0D1391D}"/>
          </ac:spMkLst>
        </pc:spChg>
        <pc:spChg chg="mod">
          <ac:chgData name="irfanasherin9746@gmail.com" userId="47ecdb75297581bd" providerId="LiveId" clId="{FBD792F4-A03C-4C3A-BD5F-B99A71BD325D}" dt="2025-11-17T04:43:12.544" v="417" actId="255"/>
          <ac:spMkLst>
            <pc:docMk/>
            <pc:sldMk cId="546504662" sldId="268"/>
            <ac:spMk id="3" creationId="{CFB9BE11-B123-3879-A0F7-ED02777BD757}"/>
          </ac:spMkLst>
        </pc:spChg>
      </pc:sldChg>
      <pc:sldChg chg="modSp new del mod">
        <pc:chgData name="irfanasherin9746@gmail.com" userId="47ecdb75297581bd" providerId="LiveId" clId="{FBD792F4-A03C-4C3A-BD5F-B99A71BD325D}" dt="2025-11-17T04:44:20.536" v="509" actId="2696"/>
        <pc:sldMkLst>
          <pc:docMk/>
          <pc:sldMk cId="2188779105" sldId="269"/>
        </pc:sldMkLst>
        <pc:spChg chg="mod">
          <ac:chgData name="irfanasherin9746@gmail.com" userId="47ecdb75297581bd" providerId="LiveId" clId="{FBD792F4-A03C-4C3A-BD5F-B99A71BD325D}" dt="2025-11-17T04:44:13.723" v="508" actId="20577"/>
          <ac:spMkLst>
            <pc:docMk/>
            <pc:sldMk cId="2188779105" sldId="269"/>
            <ac:spMk id="2" creationId="{F17906B2-4E31-A27E-AF20-670847086EF5}"/>
          </ac:spMkLst>
        </pc:spChg>
      </pc:sldChg>
      <pc:sldChg chg="modSp new del mod">
        <pc:chgData name="irfanasherin9746@gmail.com" userId="47ecdb75297581bd" providerId="LiveId" clId="{FBD792F4-A03C-4C3A-BD5F-B99A71BD325D}" dt="2025-11-17T04:49:17.094" v="575" actId="2696"/>
        <pc:sldMkLst>
          <pc:docMk/>
          <pc:sldMk cId="3393010859" sldId="269"/>
        </pc:sldMkLst>
        <pc:spChg chg="mod">
          <ac:chgData name="irfanasherin9746@gmail.com" userId="47ecdb75297581bd" providerId="LiveId" clId="{FBD792F4-A03C-4C3A-BD5F-B99A71BD325D}" dt="2025-11-17T04:46:33.626" v="536" actId="20577"/>
          <ac:spMkLst>
            <pc:docMk/>
            <pc:sldMk cId="3393010859" sldId="269"/>
            <ac:spMk id="2" creationId="{0D821D92-53BD-6D2B-8FA0-0A43D3A395FA}"/>
          </ac:spMkLst>
        </pc:spChg>
      </pc:sldChg>
      <pc:sldChg chg="modSp new mod">
        <pc:chgData name="irfanasherin9746@gmail.com" userId="47ecdb75297581bd" providerId="LiveId" clId="{FBD792F4-A03C-4C3A-BD5F-B99A71BD325D}" dt="2025-11-17T04:49:33.173" v="576" actId="1076"/>
        <pc:sldMkLst>
          <pc:docMk/>
          <pc:sldMk cId="1490651430" sldId="270"/>
        </pc:sldMkLst>
        <pc:spChg chg="mod">
          <ac:chgData name="irfanasherin9746@gmail.com" userId="47ecdb75297581bd" providerId="LiveId" clId="{FBD792F4-A03C-4C3A-BD5F-B99A71BD325D}" dt="2025-11-17T04:49:33.173" v="576" actId="1076"/>
          <ac:spMkLst>
            <pc:docMk/>
            <pc:sldMk cId="1490651430" sldId="270"/>
            <ac:spMk id="2" creationId="{21194BA5-203F-7F96-87BE-026DC049A1D0}"/>
          </ac:spMkLst>
        </pc:spChg>
      </pc:sldChg>
      <pc:sldChg chg="new del">
        <pc:chgData name="irfanasherin9746@gmail.com" userId="47ecdb75297581bd" providerId="LiveId" clId="{FBD792F4-A03C-4C3A-BD5F-B99A71BD325D}" dt="2025-11-17T08:25:29.033" v="585" actId="2696"/>
        <pc:sldMkLst>
          <pc:docMk/>
          <pc:sldMk cId="2062827804" sldId="271"/>
        </pc:sldMkLst>
      </pc:sldChg>
      <pc:sldChg chg="addSp delSp modSp new mod ord">
        <pc:chgData name="irfanasherin9746@gmail.com" userId="47ecdb75297581bd" providerId="LiveId" clId="{FBD792F4-A03C-4C3A-BD5F-B99A71BD325D}" dt="2025-11-17T08:29:33.565" v="623"/>
        <pc:sldMkLst>
          <pc:docMk/>
          <pc:sldMk cId="4147215706" sldId="271"/>
        </pc:sldMkLst>
        <pc:spChg chg="mod">
          <ac:chgData name="irfanasherin9746@gmail.com" userId="47ecdb75297581bd" providerId="LiveId" clId="{FBD792F4-A03C-4C3A-BD5F-B99A71BD325D}" dt="2025-11-17T08:29:12.712" v="621" actId="207"/>
          <ac:spMkLst>
            <pc:docMk/>
            <pc:sldMk cId="4147215706" sldId="271"/>
            <ac:spMk id="2" creationId="{64062088-5430-8163-56E8-C073537590D5}"/>
          </ac:spMkLst>
        </pc:spChg>
        <pc:spChg chg="del">
          <ac:chgData name="irfanasherin9746@gmail.com" userId="47ecdb75297581bd" providerId="LiveId" clId="{FBD792F4-A03C-4C3A-BD5F-B99A71BD325D}" dt="2025-11-17T08:26:27.564" v="587" actId="931"/>
          <ac:spMkLst>
            <pc:docMk/>
            <pc:sldMk cId="4147215706" sldId="271"/>
            <ac:spMk id="3" creationId="{CBC65206-EAA3-C201-0756-F7CC860340F9}"/>
          </ac:spMkLst>
        </pc:spChg>
        <pc:picChg chg="add mod">
          <ac:chgData name="irfanasherin9746@gmail.com" userId="47ecdb75297581bd" providerId="LiveId" clId="{FBD792F4-A03C-4C3A-BD5F-B99A71BD325D}" dt="2025-11-17T08:28:55.812" v="619" actId="14100"/>
          <ac:picMkLst>
            <pc:docMk/>
            <pc:sldMk cId="4147215706" sldId="271"/>
            <ac:picMk id="5" creationId="{F7C6986D-16B0-CFFF-7086-F446D6746060}"/>
          </ac:picMkLst>
        </pc:picChg>
      </pc:sldChg>
      <pc:sldChg chg="add del">
        <pc:chgData name="irfanasherin9746@gmail.com" userId="47ecdb75297581bd" providerId="LiveId" clId="{FBD792F4-A03C-4C3A-BD5F-B99A71BD325D}" dt="2025-11-17T08:54:03.613" v="675" actId="2696"/>
        <pc:sldMkLst>
          <pc:docMk/>
          <pc:sldMk cId="1443831119" sldId="272"/>
        </pc:sldMkLst>
      </pc:sldChg>
      <pc:sldChg chg="addSp delSp modSp new del mod">
        <pc:chgData name="irfanasherin9746@gmail.com" userId="47ecdb75297581bd" providerId="LiveId" clId="{FBD792F4-A03C-4C3A-BD5F-B99A71BD325D}" dt="2025-11-17T08:53:42.975" v="673" actId="2696"/>
        <pc:sldMkLst>
          <pc:docMk/>
          <pc:sldMk cId="3151546027" sldId="272"/>
        </pc:sldMkLst>
        <pc:spChg chg="mod">
          <ac:chgData name="irfanasherin9746@gmail.com" userId="47ecdb75297581bd" providerId="LiveId" clId="{FBD792F4-A03C-4C3A-BD5F-B99A71BD325D}" dt="2025-11-17T08:43:20" v="643" actId="14100"/>
          <ac:spMkLst>
            <pc:docMk/>
            <pc:sldMk cId="3151546027" sldId="272"/>
            <ac:spMk id="2" creationId="{519529E8-AD0E-B80E-0B8A-8CC46CD87A5B}"/>
          </ac:spMkLst>
        </pc:spChg>
        <pc:spChg chg="del mod">
          <ac:chgData name="irfanasherin9746@gmail.com" userId="47ecdb75297581bd" providerId="LiveId" clId="{FBD792F4-A03C-4C3A-BD5F-B99A71BD325D}" dt="2025-11-17T08:44:24.294" v="646" actId="931"/>
          <ac:spMkLst>
            <pc:docMk/>
            <pc:sldMk cId="3151546027" sldId="272"/>
            <ac:spMk id="3" creationId="{FEA68459-1350-63C8-12FC-44D923C457A6}"/>
          </ac:spMkLst>
        </pc:spChg>
        <pc:picChg chg="add mod">
          <ac:chgData name="irfanasherin9746@gmail.com" userId="47ecdb75297581bd" providerId="LiveId" clId="{FBD792F4-A03C-4C3A-BD5F-B99A71BD325D}" dt="2025-11-17T08:45:44.582" v="655" actId="1076"/>
          <ac:picMkLst>
            <pc:docMk/>
            <pc:sldMk cId="3151546027" sldId="272"/>
            <ac:picMk id="5" creationId="{D67D7F52-18D4-BE57-5347-1FCA4190F9F8}"/>
          </ac:picMkLst>
        </pc:picChg>
        <pc:picChg chg="add mod">
          <ac:chgData name="irfanasherin9746@gmail.com" userId="47ecdb75297581bd" providerId="LiveId" clId="{FBD792F4-A03C-4C3A-BD5F-B99A71BD325D}" dt="2025-11-17T08:47:39.564" v="668" actId="14100"/>
          <ac:picMkLst>
            <pc:docMk/>
            <pc:sldMk cId="3151546027" sldId="272"/>
            <ac:picMk id="6" creationId="{CA708EFA-2589-C77D-A1F3-952B18832545}"/>
          </ac:picMkLst>
        </pc:picChg>
        <pc:picChg chg="add mod">
          <ac:chgData name="irfanasherin9746@gmail.com" userId="47ecdb75297581bd" providerId="LiveId" clId="{FBD792F4-A03C-4C3A-BD5F-B99A71BD325D}" dt="2025-11-17T08:53:11.522" v="672" actId="14100"/>
          <ac:picMkLst>
            <pc:docMk/>
            <pc:sldMk cId="3151546027" sldId="272"/>
            <ac:picMk id="8" creationId="{7AA4F35E-C97C-9F48-541D-AEE56FD76736}"/>
          </ac:picMkLst>
        </pc:picChg>
      </pc:sldChg>
      <pc:sldChg chg="addSp delSp modSp new mod">
        <pc:chgData name="irfanasherin9746@gmail.com" userId="47ecdb75297581bd" providerId="LiveId" clId="{FBD792F4-A03C-4C3A-BD5F-B99A71BD325D}" dt="2025-11-17T09:09:31.826" v="747" actId="20577"/>
        <pc:sldMkLst>
          <pc:docMk/>
          <pc:sldMk cId="3937960103" sldId="272"/>
        </pc:sldMkLst>
        <pc:spChg chg="mod">
          <ac:chgData name="irfanasherin9746@gmail.com" userId="47ecdb75297581bd" providerId="LiveId" clId="{FBD792F4-A03C-4C3A-BD5F-B99A71BD325D}" dt="2025-11-17T09:09:31.826" v="747" actId="20577"/>
          <ac:spMkLst>
            <pc:docMk/>
            <pc:sldMk cId="3937960103" sldId="272"/>
            <ac:spMk id="2" creationId="{E11548FB-5484-AC13-B15D-8F6522ED0073}"/>
          </ac:spMkLst>
        </pc:spChg>
        <pc:spChg chg="del mod">
          <ac:chgData name="irfanasherin9746@gmail.com" userId="47ecdb75297581bd" providerId="LiveId" clId="{FBD792F4-A03C-4C3A-BD5F-B99A71BD325D}" dt="2025-11-17T08:56:52.786" v="700" actId="931"/>
          <ac:spMkLst>
            <pc:docMk/>
            <pc:sldMk cId="3937960103" sldId="272"/>
            <ac:spMk id="3" creationId="{89273482-BD4C-1E16-ED00-EEE1D1B922D1}"/>
          </ac:spMkLst>
        </pc:spChg>
        <pc:picChg chg="add mod">
          <ac:chgData name="irfanasherin9746@gmail.com" userId="47ecdb75297581bd" providerId="LiveId" clId="{FBD792F4-A03C-4C3A-BD5F-B99A71BD325D}" dt="2025-11-17T09:00:18.427" v="735" actId="1076"/>
          <ac:picMkLst>
            <pc:docMk/>
            <pc:sldMk cId="3937960103" sldId="272"/>
            <ac:picMk id="5" creationId="{7F1EC356-883B-F651-69F7-DCCFFA4B1A64}"/>
          </ac:picMkLst>
        </pc:picChg>
        <pc:picChg chg="add mod">
          <ac:chgData name="irfanasherin9746@gmail.com" userId="47ecdb75297581bd" providerId="LiveId" clId="{FBD792F4-A03C-4C3A-BD5F-B99A71BD325D}" dt="2025-11-17T09:00:08.464" v="734" actId="1076"/>
          <ac:picMkLst>
            <pc:docMk/>
            <pc:sldMk cId="3937960103" sldId="272"/>
            <ac:picMk id="7" creationId="{77253B58-8017-C172-C394-CC3D761AA8A9}"/>
          </ac:picMkLst>
        </pc:picChg>
        <pc:picChg chg="add mod">
          <ac:chgData name="irfanasherin9746@gmail.com" userId="47ecdb75297581bd" providerId="LiveId" clId="{FBD792F4-A03C-4C3A-BD5F-B99A71BD325D}" dt="2025-11-17T09:00:02.457" v="733" actId="1076"/>
          <ac:picMkLst>
            <pc:docMk/>
            <pc:sldMk cId="3937960103" sldId="272"/>
            <ac:picMk id="9" creationId="{48E322BC-E2E5-BD53-99B1-A2359230939C}"/>
          </ac:picMkLst>
        </pc:picChg>
      </pc:sldChg>
      <pc:sldChg chg="addSp delSp modSp new mod">
        <pc:chgData name="irfanasherin9746@gmail.com" userId="47ecdb75297581bd" providerId="LiveId" clId="{FBD792F4-A03C-4C3A-BD5F-B99A71BD325D}" dt="2025-11-17T09:11:18.830" v="784" actId="207"/>
        <pc:sldMkLst>
          <pc:docMk/>
          <pc:sldMk cId="3208908376" sldId="273"/>
        </pc:sldMkLst>
        <pc:spChg chg="mod">
          <ac:chgData name="irfanasherin9746@gmail.com" userId="47ecdb75297581bd" providerId="LiveId" clId="{FBD792F4-A03C-4C3A-BD5F-B99A71BD325D}" dt="2025-11-17T09:11:18.830" v="784" actId="207"/>
          <ac:spMkLst>
            <pc:docMk/>
            <pc:sldMk cId="3208908376" sldId="273"/>
            <ac:spMk id="2" creationId="{ACA14CF0-0A04-D4A9-3776-E553657D2DAF}"/>
          </ac:spMkLst>
        </pc:spChg>
        <pc:spChg chg="del">
          <ac:chgData name="irfanasherin9746@gmail.com" userId="47ecdb75297581bd" providerId="LiveId" clId="{FBD792F4-A03C-4C3A-BD5F-B99A71BD325D}" dt="2025-11-17T09:08:20.752" v="737" actId="931"/>
          <ac:spMkLst>
            <pc:docMk/>
            <pc:sldMk cId="3208908376" sldId="273"/>
            <ac:spMk id="3" creationId="{D94F39C2-1855-C06F-E578-36B6B83C5772}"/>
          </ac:spMkLst>
        </pc:spChg>
        <pc:picChg chg="add mod">
          <ac:chgData name="irfanasherin9746@gmail.com" userId="47ecdb75297581bd" providerId="LiveId" clId="{FBD792F4-A03C-4C3A-BD5F-B99A71BD325D}" dt="2025-11-17T09:10:10.705" v="755" actId="1076"/>
          <ac:picMkLst>
            <pc:docMk/>
            <pc:sldMk cId="3208908376" sldId="273"/>
            <ac:picMk id="5" creationId="{7377A57F-9ADB-3DA4-A0D8-46B27903206D}"/>
          </ac:picMkLst>
        </pc:picChg>
      </pc:sldChg>
      <pc:sldChg chg="addSp delSp modSp new del mod">
        <pc:chgData name="irfanasherin9746@gmail.com" userId="47ecdb75297581bd" providerId="LiveId" clId="{FBD792F4-A03C-4C3A-BD5F-B99A71BD325D}" dt="2025-11-17T09:17:03.313" v="801" actId="2696"/>
        <pc:sldMkLst>
          <pc:docMk/>
          <pc:sldMk cId="416141938" sldId="274"/>
        </pc:sldMkLst>
        <pc:spChg chg="del">
          <ac:chgData name="irfanasherin9746@gmail.com" userId="47ecdb75297581bd" providerId="LiveId" clId="{FBD792F4-A03C-4C3A-BD5F-B99A71BD325D}" dt="2025-11-17T09:16:42.234" v="798"/>
          <ac:spMkLst>
            <pc:docMk/>
            <pc:sldMk cId="416141938" sldId="274"/>
            <ac:spMk id="3" creationId="{A28C1424-02E7-5654-2F88-78C14F654CA3}"/>
          </ac:spMkLst>
        </pc:spChg>
        <pc:picChg chg="add mod">
          <ac:chgData name="irfanasherin9746@gmail.com" userId="47ecdb75297581bd" providerId="LiveId" clId="{FBD792F4-A03C-4C3A-BD5F-B99A71BD325D}" dt="2025-11-17T09:16:59.651" v="800" actId="1076"/>
          <ac:picMkLst>
            <pc:docMk/>
            <pc:sldMk cId="416141938" sldId="274"/>
            <ac:picMk id="4" creationId="{736FBF83-48FC-596A-831C-8CAC911EE874}"/>
          </ac:picMkLst>
        </pc:picChg>
      </pc:sldChg>
      <pc:sldChg chg="addSp delSp modSp new mod">
        <pc:chgData name="irfanasherin9746@gmail.com" userId="47ecdb75297581bd" providerId="LiveId" clId="{FBD792F4-A03C-4C3A-BD5F-B99A71BD325D}" dt="2025-11-17T09:28:31.629" v="864" actId="255"/>
        <pc:sldMkLst>
          <pc:docMk/>
          <pc:sldMk cId="451491106" sldId="274"/>
        </pc:sldMkLst>
        <pc:spChg chg="mod">
          <ac:chgData name="irfanasherin9746@gmail.com" userId="47ecdb75297581bd" providerId="LiveId" clId="{FBD792F4-A03C-4C3A-BD5F-B99A71BD325D}" dt="2025-11-17T09:28:31.629" v="864" actId="255"/>
          <ac:spMkLst>
            <pc:docMk/>
            <pc:sldMk cId="451491106" sldId="274"/>
            <ac:spMk id="2" creationId="{9AF28A4B-AE6A-8A98-861C-55985418C42E}"/>
          </ac:spMkLst>
        </pc:spChg>
        <pc:spChg chg="del">
          <ac:chgData name="irfanasherin9746@gmail.com" userId="47ecdb75297581bd" providerId="LiveId" clId="{FBD792F4-A03C-4C3A-BD5F-B99A71BD325D}" dt="2025-11-17T09:17:36.706" v="803"/>
          <ac:spMkLst>
            <pc:docMk/>
            <pc:sldMk cId="451491106" sldId="274"/>
            <ac:spMk id="3" creationId="{191E9299-4A2C-5AB7-3210-802250F933BD}"/>
          </ac:spMkLst>
        </pc:spChg>
        <pc:picChg chg="add mod">
          <ac:chgData name="irfanasherin9746@gmail.com" userId="47ecdb75297581bd" providerId="LiveId" clId="{FBD792F4-A03C-4C3A-BD5F-B99A71BD325D}" dt="2025-11-17T09:24:53.817" v="827" actId="1076"/>
          <ac:picMkLst>
            <pc:docMk/>
            <pc:sldMk cId="451491106" sldId="274"/>
            <ac:picMk id="4" creationId="{9B026AFC-A671-C85D-3078-E0C1E61CA325}"/>
          </ac:picMkLst>
        </pc:picChg>
        <pc:picChg chg="add mod">
          <ac:chgData name="irfanasherin9746@gmail.com" userId="47ecdb75297581bd" providerId="LiveId" clId="{FBD792F4-A03C-4C3A-BD5F-B99A71BD325D}" dt="2025-11-17T09:25:16.170" v="832" actId="1076"/>
          <ac:picMkLst>
            <pc:docMk/>
            <pc:sldMk cId="451491106" sldId="274"/>
            <ac:picMk id="6" creationId="{B792F21D-C714-5CBD-64DC-0F498D67AC67}"/>
          </ac:picMkLst>
        </pc:picChg>
        <pc:picChg chg="add mod">
          <ac:chgData name="irfanasherin9746@gmail.com" userId="47ecdb75297581bd" providerId="LiveId" clId="{FBD792F4-A03C-4C3A-BD5F-B99A71BD325D}" dt="2025-11-17T09:25:08.830" v="831" actId="1076"/>
          <ac:picMkLst>
            <pc:docMk/>
            <pc:sldMk cId="451491106" sldId="274"/>
            <ac:picMk id="7" creationId="{F31C8AC8-9DB9-6356-A708-EEB49FD7672E}"/>
          </ac:picMkLst>
        </pc:picChg>
        <pc:picChg chg="add mod">
          <ac:chgData name="irfanasherin9746@gmail.com" userId="47ecdb75297581bd" providerId="LiveId" clId="{FBD792F4-A03C-4C3A-BD5F-B99A71BD325D}" dt="2025-11-17T09:25:25.909" v="833" actId="1076"/>
          <ac:picMkLst>
            <pc:docMk/>
            <pc:sldMk cId="451491106" sldId="274"/>
            <ac:picMk id="9" creationId="{7152037F-AC68-5061-C8C7-C07A12A1E52F}"/>
          </ac:picMkLst>
        </pc:picChg>
        <pc:picChg chg="add mod">
          <ac:chgData name="irfanasherin9746@gmail.com" userId="47ecdb75297581bd" providerId="LiveId" clId="{FBD792F4-A03C-4C3A-BD5F-B99A71BD325D}" dt="2025-11-17T09:25:31.889" v="834" actId="1076"/>
          <ac:picMkLst>
            <pc:docMk/>
            <pc:sldMk cId="451491106" sldId="274"/>
            <ac:picMk id="10" creationId="{8AE71C02-10FF-D8D9-7AE3-55AC8F91F336}"/>
          </ac:picMkLst>
        </pc:picChg>
        <pc:picChg chg="add mod">
          <ac:chgData name="irfanasherin9746@gmail.com" userId="47ecdb75297581bd" providerId="LiveId" clId="{FBD792F4-A03C-4C3A-BD5F-B99A71BD325D}" dt="2025-11-17T09:27:40.385" v="842" actId="14100"/>
          <ac:picMkLst>
            <pc:docMk/>
            <pc:sldMk cId="451491106" sldId="274"/>
            <ac:picMk id="12" creationId="{25494DFF-9410-12CA-3FE2-D2FA5CE3F94E}"/>
          </ac:picMkLst>
        </pc:picChg>
      </pc:sldChg>
      <pc:sldChg chg="addSp delSp modSp new del mod">
        <pc:chgData name="irfanasherin9746@gmail.com" userId="47ecdb75297581bd" providerId="LiveId" clId="{FBD792F4-A03C-4C3A-BD5F-B99A71BD325D}" dt="2025-11-17T09:15:49.325" v="796" actId="2696"/>
        <pc:sldMkLst>
          <pc:docMk/>
          <pc:sldMk cId="1259810053" sldId="274"/>
        </pc:sldMkLst>
        <pc:spChg chg="add del">
          <ac:chgData name="irfanasherin9746@gmail.com" userId="47ecdb75297581bd" providerId="LiveId" clId="{FBD792F4-A03C-4C3A-BD5F-B99A71BD325D}" dt="2025-11-17T09:15:25.879" v="794"/>
          <ac:spMkLst>
            <pc:docMk/>
            <pc:sldMk cId="1259810053" sldId="274"/>
            <ac:spMk id="3" creationId="{9369FBF5-F3A0-ADB0-CEFB-C331BDDB35AC}"/>
          </ac:spMkLst>
        </pc:spChg>
        <pc:picChg chg="add mod">
          <ac:chgData name="irfanasherin9746@gmail.com" userId="47ecdb75297581bd" providerId="LiveId" clId="{FBD792F4-A03C-4C3A-BD5F-B99A71BD325D}" dt="2025-11-17T09:15:35.608" v="795" actId="14100"/>
          <ac:picMkLst>
            <pc:docMk/>
            <pc:sldMk cId="1259810053" sldId="274"/>
            <ac:picMk id="4" creationId="{C8104A13-FC74-A977-C7A0-25D02C9A5061}"/>
          </ac:picMkLst>
        </pc:picChg>
      </pc:sldChg>
      <pc:sldChg chg="addSp delSp modSp new del mod">
        <pc:chgData name="irfanasherin9746@gmail.com" userId="47ecdb75297581bd" providerId="LiveId" clId="{FBD792F4-A03C-4C3A-BD5F-B99A71BD325D}" dt="2025-11-18T05:51:04.282" v="880" actId="2696"/>
        <pc:sldMkLst>
          <pc:docMk/>
          <pc:sldMk cId="701065808" sldId="275"/>
        </pc:sldMkLst>
        <pc:spChg chg="del">
          <ac:chgData name="irfanasherin9746@gmail.com" userId="47ecdb75297581bd" providerId="LiveId" clId="{FBD792F4-A03C-4C3A-BD5F-B99A71BD325D}" dt="2025-11-18T05:49:30.930" v="877" actId="3680"/>
          <ac:spMkLst>
            <pc:docMk/>
            <pc:sldMk cId="701065808" sldId="275"/>
            <ac:spMk id="3" creationId="{E45012A0-BD03-7DBF-5C6F-4EE50534649A}"/>
          </ac:spMkLst>
        </pc:spChg>
        <pc:graphicFrameChg chg="add mod ord modGraphic">
          <ac:chgData name="irfanasherin9746@gmail.com" userId="47ecdb75297581bd" providerId="LiveId" clId="{FBD792F4-A03C-4C3A-BD5F-B99A71BD325D}" dt="2025-11-18T05:49:35.987" v="878" actId="14100"/>
          <ac:graphicFrameMkLst>
            <pc:docMk/>
            <pc:sldMk cId="701065808" sldId="275"/>
            <ac:graphicFrameMk id="4" creationId="{BB20B5A5-D9AC-04EE-2D37-1AAD0A4F93A5}"/>
          </ac:graphicFrameMkLst>
        </pc:graphicFrameChg>
        <pc:graphicFrameChg chg="add">
          <ac:chgData name="irfanasherin9746@gmail.com" userId="47ecdb75297581bd" providerId="LiveId" clId="{FBD792F4-A03C-4C3A-BD5F-B99A71BD325D}" dt="2025-11-18T05:50:52.149" v="879" actId="3680"/>
          <ac:graphicFrameMkLst>
            <pc:docMk/>
            <pc:sldMk cId="701065808" sldId="275"/>
            <ac:graphicFrameMk id="5" creationId="{BAF5EE67-7463-3FA6-74DA-CC7A32297261}"/>
          </ac:graphicFrameMkLst>
        </pc:graphicFrameChg>
      </pc:sldChg>
      <pc:sldChg chg="addSp delSp modSp new mod">
        <pc:chgData name="irfanasherin9746@gmail.com" userId="47ecdb75297581bd" providerId="LiveId" clId="{FBD792F4-A03C-4C3A-BD5F-B99A71BD325D}" dt="2025-11-18T06:08:16.619" v="1136" actId="1076"/>
        <pc:sldMkLst>
          <pc:docMk/>
          <pc:sldMk cId="3562692068" sldId="275"/>
        </pc:sldMkLst>
        <pc:spChg chg="mod">
          <ac:chgData name="irfanasherin9746@gmail.com" userId="47ecdb75297581bd" providerId="LiveId" clId="{FBD792F4-A03C-4C3A-BD5F-B99A71BD325D}" dt="2025-11-18T06:08:05.675" v="1135" actId="207"/>
          <ac:spMkLst>
            <pc:docMk/>
            <pc:sldMk cId="3562692068" sldId="275"/>
            <ac:spMk id="2" creationId="{C4F8CA6F-370C-5F85-BE79-ADBA31D9CB89}"/>
          </ac:spMkLst>
        </pc:spChg>
        <pc:spChg chg="del">
          <ac:chgData name="irfanasherin9746@gmail.com" userId="47ecdb75297581bd" providerId="LiveId" clId="{FBD792F4-A03C-4C3A-BD5F-B99A71BD325D}" dt="2025-11-18T05:51:58.799" v="882" actId="3680"/>
          <ac:spMkLst>
            <pc:docMk/>
            <pc:sldMk cId="3562692068" sldId="275"/>
            <ac:spMk id="3" creationId="{102E8047-8B47-736F-75DD-EFF0A8766FAA}"/>
          </ac:spMkLst>
        </pc:spChg>
        <pc:graphicFrameChg chg="add mod ord modGraphic">
          <ac:chgData name="irfanasherin9746@gmail.com" userId="47ecdb75297581bd" providerId="LiveId" clId="{FBD792F4-A03C-4C3A-BD5F-B99A71BD325D}" dt="2025-11-18T06:08:16.619" v="1136" actId="1076"/>
          <ac:graphicFrameMkLst>
            <pc:docMk/>
            <pc:sldMk cId="3562692068" sldId="275"/>
            <ac:graphicFrameMk id="4" creationId="{96CE88A5-16A7-9107-90A7-5356E44776DE}"/>
          </ac:graphicFrameMkLst>
        </pc:graphicFrameChg>
      </pc:sldChg>
      <pc:sldChg chg="addSp delSp modSp new del mod">
        <pc:chgData name="irfanasherin9746@gmail.com" userId="47ecdb75297581bd" providerId="LiveId" clId="{FBD792F4-A03C-4C3A-BD5F-B99A71BD325D}" dt="2025-11-18T06:52:02.311" v="1216" actId="2696"/>
        <pc:sldMkLst>
          <pc:docMk/>
          <pc:sldMk cId="774624386" sldId="276"/>
        </pc:sldMkLst>
        <pc:spChg chg="mod">
          <ac:chgData name="irfanasherin9746@gmail.com" userId="47ecdb75297581bd" providerId="LiveId" clId="{FBD792F4-A03C-4C3A-BD5F-B99A71BD325D}" dt="2025-11-18T06:18:35.949" v="1170" actId="207"/>
          <ac:spMkLst>
            <pc:docMk/>
            <pc:sldMk cId="774624386" sldId="276"/>
            <ac:spMk id="2" creationId="{FE610522-6E0F-7DD2-DDA1-36B9157D3469}"/>
          </ac:spMkLst>
        </pc:spChg>
        <pc:spChg chg="del">
          <ac:chgData name="irfanasherin9746@gmail.com" userId="47ecdb75297581bd" providerId="LiveId" clId="{FBD792F4-A03C-4C3A-BD5F-B99A71BD325D}" dt="2025-11-18T06:17:16.872" v="1158" actId="931"/>
          <ac:spMkLst>
            <pc:docMk/>
            <pc:sldMk cId="774624386" sldId="276"/>
            <ac:spMk id="3" creationId="{5C67A7D7-AE24-A2C3-DEB2-897A48A1FFBF}"/>
          </ac:spMkLst>
        </pc:spChg>
        <pc:picChg chg="add mod">
          <ac:chgData name="irfanasherin9746@gmail.com" userId="47ecdb75297581bd" providerId="LiveId" clId="{FBD792F4-A03C-4C3A-BD5F-B99A71BD325D}" dt="2025-11-18T06:17:47.081" v="1165" actId="962"/>
          <ac:picMkLst>
            <pc:docMk/>
            <pc:sldMk cId="774624386" sldId="276"/>
            <ac:picMk id="5" creationId="{E5948634-3A39-593D-1FC9-38F400FAE3C2}"/>
          </ac:picMkLst>
        </pc:picChg>
      </pc:sldChg>
      <pc:sldChg chg="addSp delSp modSp new mod">
        <pc:chgData name="irfanasherin9746@gmail.com" userId="47ecdb75297581bd" providerId="LiveId" clId="{FBD792F4-A03C-4C3A-BD5F-B99A71BD325D}" dt="2025-11-18T06:51:44.426" v="1215" actId="14100"/>
        <pc:sldMkLst>
          <pc:docMk/>
          <pc:sldMk cId="1059758248" sldId="277"/>
        </pc:sldMkLst>
        <pc:spChg chg="mod">
          <ac:chgData name="irfanasherin9746@gmail.com" userId="47ecdb75297581bd" providerId="LiveId" clId="{FBD792F4-A03C-4C3A-BD5F-B99A71BD325D}" dt="2025-11-18T06:51:44.426" v="1215" actId="14100"/>
          <ac:spMkLst>
            <pc:docMk/>
            <pc:sldMk cId="1059758248" sldId="277"/>
            <ac:spMk id="2" creationId="{44F91566-1481-8FD9-19B1-CA2AD85AA231}"/>
          </ac:spMkLst>
        </pc:spChg>
        <pc:spChg chg="del">
          <ac:chgData name="irfanasherin9746@gmail.com" userId="47ecdb75297581bd" providerId="LiveId" clId="{FBD792F4-A03C-4C3A-BD5F-B99A71BD325D}" dt="2025-11-18T06:51:02.118" v="1191" actId="931"/>
          <ac:spMkLst>
            <pc:docMk/>
            <pc:sldMk cId="1059758248" sldId="277"/>
            <ac:spMk id="3" creationId="{4D014BB1-4C2F-62BE-A3F6-49C4130A3921}"/>
          </ac:spMkLst>
        </pc:spChg>
        <pc:picChg chg="add mod">
          <ac:chgData name="irfanasherin9746@gmail.com" userId="47ecdb75297581bd" providerId="LiveId" clId="{FBD792F4-A03C-4C3A-BD5F-B99A71BD325D}" dt="2025-11-18T06:51:19.059" v="1194" actId="14100"/>
          <ac:picMkLst>
            <pc:docMk/>
            <pc:sldMk cId="1059758248" sldId="277"/>
            <ac:picMk id="5" creationId="{8AE116BB-DFA3-305D-B6F7-23A7361B38E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D1E640-5243-459A-9EA1-1E3637DB1A9B}"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2640285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D1E640-5243-459A-9EA1-1E3637DB1A9B}"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4101424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D1E640-5243-459A-9EA1-1E3637DB1A9B}"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1351439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D1E640-5243-459A-9EA1-1E3637DB1A9B}" type="datetimeFigureOut">
              <a:rPr lang="en-IN" smtClean="0"/>
              <a:t>18-11-2025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1706059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D1E640-5243-459A-9EA1-1E3637DB1A9B}" type="datetimeFigureOut">
              <a:rPr lang="en-IN" smtClean="0"/>
              <a:t>18-11-2025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169661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D1E640-5243-459A-9EA1-1E3637DB1A9B}" type="datetimeFigureOut">
              <a:rPr lang="en-IN" smtClean="0"/>
              <a:t>18-11-2025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3123446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D1E640-5243-459A-9EA1-1E3637DB1A9B}" type="datetimeFigureOut">
              <a:rPr lang="en-IN" smtClean="0"/>
              <a:t>18-11-2025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2032709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D1E640-5243-459A-9EA1-1E3637DB1A9B}" type="datetimeFigureOut">
              <a:rPr lang="en-IN" smtClean="0"/>
              <a:t>18-11-2025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677858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CE7C37-9AC1-4E8B-999B-6CC2161EC4A8}" type="slidenum">
              <a:rPr lang="en-IN" smtClean="0"/>
              <a:t>‹#›</a:t>
            </a:fld>
            <a:endParaRPr lang="en-IN"/>
          </a:p>
        </p:txBody>
      </p:sp>
      <p:sp>
        <p:nvSpPr>
          <p:cNvPr id="5" name="Date Placeholder 4"/>
          <p:cNvSpPr>
            <a:spLocks noGrp="1"/>
          </p:cNvSpPr>
          <p:nvPr>
            <p:ph type="dt" sz="half" idx="10"/>
          </p:nvPr>
        </p:nvSpPr>
        <p:spPr/>
        <p:txBody>
          <a:bodyPr/>
          <a:lstStyle/>
          <a:p>
            <a:fld id="{22D1E640-5243-459A-9EA1-1E3637DB1A9B}" type="datetimeFigureOut">
              <a:rPr lang="en-IN" smtClean="0"/>
              <a:t>18-11-2025</a:t>
            </a:fld>
            <a:endParaRPr lang="en-IN"/>
          </a:p>
        </p:txBody>
      </p:sp>
    </p:spTree>
    <p:extLst>
      <p:ext uri="{BB962C8B-B14F-4D97-AF65-F5344CB8AC3E}">
        <p14:creationId xmlns:p14="http://schemas.microsoft.com/office/powerpoint/2010/main" val="2792921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D1E640-5243-459A-9EA1-1E3637DB1A9B}"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3129636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D1E640-5243-459A-9EA1-1E3637DB1A9B}"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CE7C37-9AC1-4E8B-999B-6CC2161EC4A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13223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D1E640-5243-459A-9EA1-1E3637DB1A9B}"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584239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D1E640-5243-459A-9EA1-1E3637DB1A9B}"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CE7C37-9AC1-4E8B-999B-6CC2161EC4A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07386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D1E640-5243-459A-9EA1-1E3637DB1A9B}"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16469967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D1E640-5243-459A-9EA1-1E3637DB1A9B}"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32512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D1E640-5243-459A-9EA1-1E3637DB1A9B}"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CE7C37-9AC1-4E8B-999B-6CC2161EC4A8}" type="slidenum">
              <a:rPr lang="en-IN" smtClean="0"/>
              <a:t>‹#›</a:t>
            </a:fld>
            <a:endParaRPr lang="en-IN"/>
          </a:p>
        </p:txBody>
      </p:sp>
    </p:spTree>
    <p:extLst>
      <p:ext uri="{BB962C8B-B14F-4D97-AF65-F5344CB8AC3E}">
        <p14:creationId xmlns:p14="http://schemas.microsoft.com/office/powerpoint/2010/main" val="816162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2D1E640-5243-459A-9EA1-1E3637DB1A9B}" type="datetimeFigureOut">
              <a:rPr lang="en-IN" smtClean="0"/>
              <a:t>18-11-2025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7CE7C37-9AC1-4E8B-999B-6CC2161EC4A8}" type="slidenum">
              <a:rPr lang="en-IN" smtClean="0"/>
              <a:t>‹#›</a:t>
            </a:fld>
            <a:endParaRPr lang="en-IN"/>
          </a:p>
        </p:txBody>
      </p:sp>
    </p:spTree>
    <p:extLst>
      <p:ext uri="{BB962C8B-B14F-4D97-AF65-F5344CB8AC3E}">
        <p14:creationId xmlns:p14="http://schemas.microsoft.com/office/powerpoint/2010/main" val="138712422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openaccessgovernment.org/top-5-challenges-when-migrating-to-the-cloud/162580/"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creativecommons.org/licenses/by/3.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1-2.gr/2020/07/13/tha-hreiastoyme-th-vrohh/"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cloud with dots and lines">
            <a:extLst>
              <a:ext uri="{FF2B5EF4-FFF2-40B4-BE49-F238E27FC236}">
                <a16:creationId xmlns:a16="http://schemas.microsoft.com/office/drawing/2014/main" id="{D509D9F5-FF54-23DB-7D61-5339D671D65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FDF13E70-08CD-4746-B473-AC2344759EBB}"/>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www.openaccessgovernment.org/top-5-challenges-when-migrating-to-the-cloud/162580/"/>
              </a:rPr>
              <a:t>This Photo</a:t>
            </a:r>
            <a:r>
              <a:rPr lang="en-IN" sz="900"/>
              <a:t> by Unknown Author is licensed under </a:t>
            </a:r>
            <a:r>
              <a:rPr lang="en-IN" sz="900">
                <a:hlinkClick r:id="rId4" tooltip="https://creativecommons.org/licenses/by/3.0/"/>
              </a:rPr>
              <a:t>CC BY</a:t>
            </a:r>
            <a:endParaRPr lang="en-IN" sz="900"/>
          </a:p>
        </p:txBody>
      </p:sp>
      <p:sp>
        <p:nvSpPr>
          <p:cNvPr id="2" name="Title 1">
            <a:extLst>
              <a:ext uri="{FF2B5EF4-FFF2-40B4-BE49-F238E27FC236}">
                <a16:creationId xmlns:a16="http://schemas.microsoft.com/office/drawing/2014/main" id="{D130A9D1-A6BC-C6F1-54D3-0AB222E02B9C}"/>
              </a:ext>
            </a:extLst>
          </p:cNvPr>
          <p:cNvSpPr>
            <a:spLocks noGrp="1"/>
          </p:cNvSpPr>
          <p:nvPr>
            <p:ph type="ctrTitle"/>
          </p:nvPr>
        </p:nvSpPr>
        <p:spPr>
          <a:xfrm>
            <a:off x="0" y="1949986"/>
            <a:ext cx="6290631" cy="1559976"/>
          </a:xfrm>
        </p:spPr>
        <p:txBody>
          <a:bodyPr>
            <a:normAutofit/>
          </a:bodyPr>
          <a:lstStyle/>
          <a:p>
            <a:r>
              <a:rPr lang="en-IN" sz="4400">
                <a:solidFill>
                  <a:schemeClr val="bg2"/>
                </a:solidFill>
              </a:rPr>
              <a:t>WEATHER RAINFALL</a:t>
            </a:r>
            <a:br>
              <a:rPr lang="en-IN" sz="4400">
                <a:solidFill>
                  <a:schemeClr val="bg2"/>
                </a:solidFill>
              </a:rPr>
            </a:br>
            <a:r>
              <a:rPr lang="en-IN" sz="4400">
                <a:solidFill>
                  <a:schemeClr val="bg2"/>
                </a:solidFill>
              </a:rPr>
              <a:t>PREDICTION</a:t>
            </a:r>
          </a:p>
        </p:txBody>
      </p:sp>
      <p:sp>
        <p:nvSpPr>
          <p:cNvPr id="3" name="Subtitle 2">
            <a:extLst>
              <a:ext uri="{FF2B5EF4-FFF2-40B4-BE49-F238E27FC236}">
                <a16:creationId xmlns:a16="http://schemas.microsoft.com/office/drawing/2014/main" id="{DBBA5514-5895-4DB6-3931-63DAF5C2C570}"/>
              </a:ext>
            </a:extLst>
          </p:cNvPr>
          <p:cNvSpPr>
            <a:spLocks noGrp="1"/>
          </p:cNvSpPr>
          <p:nvPr>
            <p:ph type="subTitle" idx="1"/>
          </p:nvPr>
        </p:nvSpPr>
        <p:spPr>
          <a:xfrm>
            <a:off x="1523999" y="4803354"/>
            <a:ext cx="10319134" cy="1751682"/>
          </a:xfrm>
        </p:spPr>
        <p:txBody>
          <a:bodyPr>
            <a:normAutofit fontScale="85000" lnSpcReduction="10000"/>
          </a:bodyPr>
          <a:lstStyle/>
          <a:p>
            <a:endParaRPr lang="en-IN" b="1">
              <a:solidFill>
                <a:schemeClr val="bg1">
                  <a:lumMod val="85000"/>
                </a:schemeClr>
              </a:solidFill>
            </a:endParaRPr>
          </a:p>
          <a:p>
            <a:r>
              <a:rPr lang="en-IN" sz="2000" b="1">
                <a:solidFill>
                  <a:schemeClr val="bg2"/>
                </a:solidFill>
              </a:rPr>
              <a:t>                                                                                                 PRESENTED BY</a:t>
            </a:r>
          </a:p>
          <a:p>
            <a:r>
              <a:rPr lang="en-IN" sz="2000" b="1">
                <a:solidFill>
                  <a:schemeClr val="bg2"/>
                </a:solidFill>
              </a:rPr>
              <a:t>                                                                                                                         IRFANA SHERIN</a:t>
            </a:r>
          </a:p>
          <a:p>
            <a:r>
              <a:rPr lang="en-IN" sz="2000" b="1">
                <a:solidFill>
                  <a:schemeClr val="bg2"/>
                </a:solidFill>
              </a:rPr>
              <a:t>                                                                                                                         DATA SCIENCE</a:t>
            </a:r>
            <a:endParaRPr lang="en-IN" sz="2000">
              <a:solidFill>
                <a:schemeClr val="bg2"/>
              </a:solidFill>
            </a:endParaRPr>
          </a:p>
        </p:txBody>
      </p:sp>
    </p:spTree>
    <p:extLst>
      <p:ext uri="{BB962C8B-B14F-4D97-AF65-F5344CB8AC3E}">
        <p14:creationId xmlns:p14="http://schemas.microsoft.com/office/powerpoint/2010/main" val="1412491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68197-21CD-3B7A-DFE7-C5182A3D63EC}"/>
              </a:ext>
            </a:extLst>
          </p:cNvPr>
          <p:cNvSpPr>
            <a:spLocks noGrp="1"/>
          </p:cNvSpPr>
          <p:nvPr>
            <p:ph type="title"/>
          </p:nvPr>
        </p:nvSpPr>
        <p:spPr/>
        <p:txBody>
          <a:bodyPr/>
          <a:lstStyle/>
          <a:p>
            <a:r>
              <a:rPr lang="en-IN"/>
              <a:t>                    </a:t>
            </a:r>
            <a:r>
              <a:rPr lang="en-IN" sz="4000">
                <a:solidFill>
                  <a:schemeClr val="tx1"/>
                </a:solidFill>
              </a:rPr>
              <a:t>INTRODUCTION</a:t>
            </a:r>
          </a:p>
        </p:txBody>
      </p:sp>
      <p:sp>
        <p:nvSpPr>
          <p:cNvPr id="3" name="Content Placeholder 2">
            <a:extLst>
              <a:ext uri="{FF2B5EF4-FFF2-40B4-BE49-F238E27FC236}">
                <a16:creationId xmlns:a16="http://schemas.microsoft.com/office/drawing/2014/main" id="{B64EB98C-3A3C-6072-F95C-28B2A4F49CD6}"/>
              </a:ext>
            </a:extLst>
          </p:cNvPr>
          <p:cNvSpPr>
            <a:spLocks noGrp="1"/>
          </p:cNvSpPr>
          <p:nvPr>
            <p:ph idx="1"/>
          </p:nvPr>
        </p:nvSpPr>
        <p:spPr>
          <a:xfrm>
            <a:off x="677334" y="1402080"/>
            <a:ext cx="9076266" cy="5318759"/>
          </a:xfrm>
        </p:spPr>
        <p:txBody>
          <a:bodyPr>
            <a:normAutofit fontScale="92500" lnSpcReduction="20000"/>
          </a:bodyPr>
          <a:lstStyle/>
          <a:p>
            <a:r>
              <a:rPr lang="en-US" sz="3000">
                <a:solidFill>
                  <a:schemeClr val="tx1"/>
                </a:solidFill>
              </a:rPr>
              <a:t>This project focuses on predicting whether it will rain tomorrow using the WeatherAUS dataset provided by the Australian Bureau of Meteorology.</a:t>
            </a:r>
          </a:p>
          <a:p>
            <a:r>
              <a:rPr lang="en-US" sz="3000">
                <a:solidFill>
                  <a:schemeClr val="tx1"/>
                </a:solidFill>
              </a:rPr>
              <a:t>The dataset contains 10+ years of daily weather observations collected across different locations in Australia.</a:t>
            </a:r>
          </a:p>
          <a:p>
            <a:r>
              <a:rPr lang="en-US" sz="3000">
                <a:solidFill>
                  <a:schemeClr val="tx1"/>
                </a:solidFill>
              </a:rPr>
              <a:t>It includes features such as temperature, humidity, wind speed, pressure, cloud cover, and rainfall measurements.</a:t>
            </a:r>
          </a:p>
          <a:p>
            <a:r>
              <a:rPr lang="en-US" sz="3000">
                <a:solidFill>
                  <a:schemeClr val="tx1"/>
                </a:solidFill>
              </a:rPr>
              <a:t>The main objective of the project is to analyze weather patterns, perform data preprocessing, and build machine learning models to accurately classify RainTomorrow (Yes/No).</a:t>
            </a:r>
            <a:endParaRPr lang="en-IN" sz="3000">
              <a:solidFill>
                <a:schemeClr val="tx1"/>
              </a:solidFill>
            </a:endParaRPr>
          </a:p>
          <a:p>
            <a:endParaRPr lang="en-IN"/>
          </a:p>
        </p:txBody>
      </p:sp>
    </p:spTree>
    <p:extLst>
      <p:ext uri="{BB962C8B-B14F-4D97-AF65-F5344CB8AC3E}">
        <p14:creationId xmlns:p14="http://schemas.microsoft.com/office/powerpoint/2010/main" val="2580607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20FB9-341F-8223-A7F4-02DB3A286E21}"/>
              </a:ext>
            </a:extLst>
          </p:cNvPr>
          <p:cNvSpPr>
            <a:spLocks noGrp="1"/>
          </p:cNvSpPr>
          <p:nvPr>
            <p:ph type="title"/>
          </p:nvPr>
        </p:nvSpPr>
        <p:spPr>
          <a:xfrm>
            <a:off x="677334" y="609600"/>
            <a:ext cx="8596668" cy="1005840"/>
          </a:xfrm>
        </p:spPr>
        <p:txBody>
          <a:bodyPr/>
          <a:lstStyle/>
          <a:p>
            <a:r>
              <a:rPr lang="en-IN"/>
              <a:t>                      </a:t>
            </a:r>
            <a:r>
              <a:rPr lang="en-IN" sz="4000">
                <a:solidFill>
                  <a:schemeClr val="tx1"/>
                </a:solidFill>
              </a:rPr>
              <a:t>OBJECTIVE</a:t>
            </a:r>
          </a:p>
        </p:txBody>
      </p:sp>
      <p:sp>
        <p:nvSpPr>
          <p:cNvPr id="3" name="Content Placeholder 2">
            <a:extLst>
              <a:ext uri="{FF2B5EF4-FFF2-40B4-BE49-F238E27FC236}">
                <a16:creationId xmlns:a16="http://schemas.microsoft.com/office/drawing/2014/main" id="{C248A9BD-2156-ABB4-8228-F8A168AB53FD}"/>
              </a:ext>
            </a:extLst>
          </p:cNvPr>
          <p:cNvSpPr>
            <a:spLocks noGrp="1"/>
          </p:cNvSpPr>
          <p:nvPr>
            <p:ph idx="1"/>
          </p:nvPr>
        </p:nvSpPr>
        <p:spPr>
          <a:xfrm>
            <a:off x="677334" y="1615441"/>
            <a:ext cx="8596668" cy="4425922"/>
          </a:xfrm>
        </p:spPr>
        <p:txBody>
          <a:bodyPr/>
          <a:lstStyle/>
          <a:p>
            <a:r>
              <a:rPr lang="en-US" sz="2800">
                <a:solidFill>
                  <a:schemeClr val="tx1"/>
                </a:solidFill>
              </a:rPr>
              <a:t> Analyze historical Australian weather data for rainfall patterns.</a:t>
            </a:r>
          </a:p>
          <a:p>
            <a:r>
              <a:rPr lang="en-US" sz="2800">
                <a:solidFill>
                  <a:schemeClr val="tx1"/>
                </a:solidFill>
              </a:rPr>
              <a:t> Preprocess the dataset by handling missing and categorical values. </a:t>
            </a:r>
          </a:p>
          <a:p>
            <a:r>
              <a:rPr lang="en-US" sz="2800">
                <a:solidFill>
                  <a:schemeClr val="tx1"/>
                </a:solidFill>
              </a:rPr>
              <a:t> Build machine learning models to predict RainTomorrow. </a:t>
            </a:r>
          </a:p>
          <a:p>
            <a:r>
              <a:rPr lang="en-US" sz="2800">
                <a:solidFill>
                  <a:schemeClr val="tx1"/>
                </a:solidFill>
              </a:rPr>
              <a:t> Evaluate model accuracy and select the best-performing model</a:t>
            </a:r>
            <a:endParaRPr lang="en-IN" sz="2800">
              <a:solidFill>
                <a:schemeClr val="tx1"/>
              </a:solidFill>
            </a:endParaRPr>
          </a:p>
          <a:p>
            <a:endParaRPr lang="en-IN"/>
          </a:p>
        </p:txBody>
      </p:sp>
    </p:spTree>
    <p:extLst>
      <p:ext uri="{BB962C8B-B14F-4D97-AF65-F5344CB8AC3E}">
        <p14:creationId xmlns:p14="http://schemas.microsoft.com/office/powerpoint/2010/main" val="2769288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ark sky with snow falling&#10;&#10;AI-generated content may be incorrect.">
            <a:extLst>
              <a:ext uri="{FF2B5EF4-FFF2-40B4-BE49-F238E27FC236}">
                <a16:creationId xmlns:a16="http://schemas.microsoft.com/office/drawing/2014/main" id="{C4D62BB2-5B7E-B800-AB92-C48DB547333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1"/>
            <a:ext cx="12085320" cy="6858000"/>
          </a:xfrm>
          <a:prstGeom prst="rect">
            <a:avLst/>
          </a:prstGeom>
        </p:spPr>
      </p:pic>
      <p:sp>
        <p:nvSpPr>
          <p:cNvPr id="6" name="TextBox 5">
            <a:extLst>
              <a:ext uri="{FF2B5EF4-FFF2-40B4-BE49-F238E27FC236}">
                <a16:creationId xmlns:a16="http://schemas.microsoft.com/office/drawing/2014/main" id="{50527153-3959-6DBF-923A-CBA151635919}"/>
              </a:ext>
            </a:extLst>
          </p:cNvPr>
          <p:cNvSpPr txBox="1"/>
          <p:nvPr/>
        </p:nvSpPr>
        <p:spPr>
          <a:xfrm>
            <a:off x="0" y="6858000"/>
            <a:ext cx="12192000" cy="230832"/>
          </a:xfrm>
          <a:prstGeom prst="rect">
            <a:avLst/>
          </a:prstGeom>
          <a:noFill/>
        </p:spPr>
        <p:txBody>
          <a:bodyPr wrap="square" rtlCol="0">
            <a:spAutoFit/>
          </a:bodyPr>
          <a:lstStyle/>
          <a:p>
            <a:r>
              <a:rPr lang="en-IN" sz="900">
                <a:hlinkClick r:id="rId3" tooltip="https://1-2.gr/2020/07/13/tha-hreiastoyme-th-vrohh/"/>
              </a:rPr>
              <a:t>This Photo</a:t>
            </a:r>
            <a:r>
              <a:rPr lang="en-IN" sz="900"/>
              <a:t> by Unknown Author is licensed under </a:t>
            </a:r>
            <a:r>
              <a:rPr lang="en-IN" sz="900">
                <a:hlinkClick r:id="rId4" tooltip="https://creativecommons.org/licenses/by-nc-nd/3.0/"/>
              </a:rPr>
              <a:t>CC BY-NC-ND</a:t>
            </a:r>
            <a:endParaRPr lang="en-IN" sz="900"/>
          </a:p>
        </p:txBody>
      </p:sp>
      <p:sp>
        <p:nvSpPr>
          <p:cNvPr id="2" name="Title 1">
            <a:extLst>
              <a:ext uri="{FF2B5EF4-FFF2-40B4-BE49-F238E27FC236}">
                <a16:creationId xmlns:a16="http://schemas.microsoft.com/office/drawing/2014/main" id="{D391827C-4AEF-CF64-F1C4-843CF7EB16DD}"/>
              </a:ext>
            </a:extLst>
          </p:cNvPr>
          <p:cNvSpPr>
            <a:spLocks noGrp="1"/>
          </p:cNvSpPr>
          <p:nvPr>
            <p:ph type="title"/>
          </p:nvPr>
        </p:nvSpPr>
        <p:spPr>
          <a:xfrm>
            <a:off x="677334" y="1447798"/>
            <a:ext cx="8596668" cy="883921"/>
          </a:xfrm>
        </p:spPr>
        <p:txBody>
          <a:bodyPr>
            <a:normAutofit fontScale="90000"/>
          </a:bodyPr>
          <a:lstStyle/>
          <a:p>
            <a:r>
              <a:rPr lang="en-IN" sz="3200"/>
              <a:t> </a:t>
            </a:r>
            <a:r>
              <a:rPr lang="en-IN" sz="4400">
                <a:solidFill>
                  <a:schemeClr val="bg1"/>
                </a:solidFill>
              </a:rPr>
              <a:t>WHAT IS WEATHER RAINFALL?</a:t>
            </a:r>
            <a:br>
              <a:rPr lang="en-IN" sz="4400">
                <a:solidFill>
                  <a:schemeClr val="bg1"/>
                </a:solidFill>
              </a:rPr>
            </a:br>
            <a:endParaRPr lang="en-IN" sz="4400">
              <a:solidFill>
                <a:schemeClr val="tx1"/>
              </a:solidFill>
            </a:endParaRPr>
          </a:p>
        </p:txBody>
      </p:sp>
      <p:sp>
        <p:nvSpPr>
          <p:cNvPr id="3" name="Content Placeholder 2">
            <a:extLst>
              <a:ext uri="{FF2B5EF4-FFF2-40B4-BE49-F238E27FC236}">
                <a16:creationId xmlns:a16="http://schemas.microsoft.com/office/drawing/2014/main" id="{F32B4787-6C9D-1A1F-A6F0-C50F6456DB5E}"/>
              </a:ext>
            </a:extLst>
          </p:cNvPr>
          <p:cNvSpPr>
            <a:spLocks noGrp="1"/>
          </p:cNvSpPr>
          <p:nvPr>
            <p:ph idx="1"/>
          </p:nvPr>
        </p:nvSpPr>
        <p:spPr>
          <a:xfrm>
            <a:off x="677334" y="1783081"/>
            <a:ext cx="8596668" cy="3627120"/>
          </a:xfrm>
        </p:spPr>
        <p:txBody>
          <a:bodyPr>
            <a:normAutofit/>
          </a:bodyPr>
          <a:lstStyle/>
          <a:p>
            <a:pPr marL="0" indent="0">
              <a:buNone/>
            </a:pPr>
            <a:r>
              <a:rPr lang="en-IN" sz="2800"/>
              <a:t> </a:t>
            </a:r>
            <a:endParaRPr lang="en-IN" sz="3200">
              <a:solidFill>
                <a:schemeClr val="bg1"/>
              </a:solidFill>
            </a:endParaRPr>
          </a:p>
          <a:p>
            <a:pPr marL="0" indent="0">
              <a:buNone/>
            </a:pPr>
            <a:r>
              <a:rPr lang="en-US" sz="3200">
                <a:solidFill>
                  <a:schemeClr val="bg1"/>
                </a:solidFill>
              </a:rPr>
              <a:t>WeatherAUS Rainfall refers to the Australian      weather dataset that contains daily weather observations collected across different locations in Australia. It is mainly used for predicting rainfall, especially whether it will rain tomorrow (RainTomorrow).</a:t>
            </a:r>
            <a:endParaRPr lang="en-IN" sz="3200">
              <a:solidFill>
                <a:schemeClr val="bg1"/>
              </a:solidFill>
            </a:endParaRPr>
          </a:p>
        </p:txBody>
      </p:sp>
    </p:spTree>
    <p:extLst>
      <p:ext uri="{BB962C8B-B14F-4D97-AF65-F5344CB8AC3E}">
        <p14:creationId xmlns:p14="http://schemas.microsoft.com/office/powerpoint/2010/main" val="640888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051AD-5205-088E-E137-58548E30316A}"/>
              </a:ext>
            </a:extLst>
          </p:cNvPr>
          <p:cNvSpPr>
            <a:spLocks noGrp="1"/>
          </p:cNvSpPr>
          <p:nvPr>
            <p:ph type="title"/>
          </p:nvPr>
        </p:nvSpPr>
        <p:spPr/>
        <p:txBody>
          <a:bodyPr/>
          <a:lstStyle/>
          <a:p>
            <a:r>
              <a:rPr lang="en-IN"/>
              <a:t>                    </a:t>
            </a:r>
            <a:r>
              <a:rPr lang="en-IN">
                <a:solidFill>
                  <a:schemeClr val="tx1"/>
                </a:solidFill>
              </a:rPr>
              <a:t>KEY CONTENTS</a:t>
            </a:r>
          </a:p>
        </p:txBody>
      </p:sp>
      <p:sp>
        <p:nvSpPr>
          <p:cNvPr id="3" name="Content Placeholder 2">
            <a:extLst>
              <a:ext uri="{FF2B5EF4-FFF2-40B4-BE49-F238E27FC236}">
                <a16:creationId xmlns:a16="http://schemas.microsoft.com/office/drawing/2014/main" id="{9EEC85ED-11EC-77AB-C77C-66F35BB1B904}"/>
              </a:ext>
            </a:extLst>
          </p:cNvPr>
          <p:cNvSpPr>
            <a:spLocks noGrp="1"/>
          </p:cNvSpPr>
          <p:nvPr>
            <p:ph idx="1"/>
          </p:nvPr>
        </p:nvSpPr>
        <p:spPr>
          <a:xfrm>
            <a:off x="677334" y="1608463"/>
            <a:ext cx="8596668" cy="4639937"/>
          </a:xfrm>
        </p:spPr>
        <p:txBody>
          <a:bodyPr>
            <a:noAutofit/>
          </a:bodyPr>
          <a:lstStyle/>
          <a:p>
            <a:r>
              <a:rPr lang="en-US" sz="2800"/>
              <a:t>Overview of the WeatherAUS dataset. </a:t>
            </a:r>
          </a:p>
          <a:p>
            <a:r>
              <a:rPr lang="en-US" sz="2800"/>
              <a:t>Important weather features used for prediction.</a:t>
            </a:r>
          </a:p>
          <a:p>
            <a:r>
              <a:rPr lang="en-US" sz="2800"/>
              <a:t> RainToday and RainTomorrow indicators.</a:t>
            </a:r>
          </a:p>
          <a:p>
            <a:r>
              <a:rPr lang="en-US" sz="2800"/>
              <a:t> Temperature, humidity, wind, and pressure details. </a:t>
            </a:r>
          </a:p>
          <a:p>
            <a:r>
              <a:rPr lang="en-US" sz="2800"/>
              <a:t>Historical rainfall measurements across Australia. </a:t>
            </a:r>
          </a:p>
          <a:p>
            <a:r>
              <a:rPr lang="en-US" sz="2800"/>
              <a:t>Purpose:-</a:t>
            </a:r>
          </a:p>
          <a:p>
            <a:pPr marL="0" indent="0">
              <a:buNone/>
            </a:pPr>
            <a:r>
              <a:rPr lang="en-US" sz="2800"/>
              <a:t>          Predicting tomorrow’s rainfall using ML models</a:t>
            </a:r>
            <a:endParaRPr lang="en-IN" sz="2800"/>
          </a:p>
        </p:txBody>
      </p:sp>
    </p:spTree>
    <p:extLst>
      <p:ext uri="{BB962C8B-B14F-4D97-AF65-F5344CB8AC3E}">
        <p14:creationId xmlns:p14="http://schemas.microsoft.com/office/powerpoint/2010/main" val="1523020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3FCC-8260-E655-AA93-4E6B3963A8CB}"/>
              </a:ext>
            </a:extLst>
          </p:cNvPr>
          <p:cNvSpPr>
            <a:spLocks noGrp="1"/>
          </p:cNvSpPr>
          <p:nvPr>
            <p:ph type="title"/>
          </p:nvPr>
        </p:nvSpPr>
        <p:spPr/>
        <p:txBody>
          <a:bodyPr/>
          <a:lstStyle/>
          <a:p>
            <a:r>
              <a:rPr lang="en-IN"/>
              <a:t>                     </a:t>
            </a:r>
            <a:r>
              <a:rPr lang="en-IN">
                <a:solidFill>
                  <a:schemeClr val="tx1"/>
                </a:solidFill>
              </a:rPr>
              <a:t>DATA COLLECTION</a:t>
            </a:r>
          </a:p>
        </p:txBody>
      </p:sp>
      <p:sp>
        <p:nvSpPr>
          <p:cNvPr id="3" name="Content Placeholder 2">
            <a:extLst>
              <a:ext uri="{FF2B5EF4-FFF2-40B4-BE49-F238E27FC236}">
                <a16:creationId xmlns:a16="http://schemas.microsoft.com/office/drawing/2014/main" id="{AD250275-8F27-F676-9968-5B8437CF7E2C}"/>
              </a:ext>
            </a:extLst>
          </p:cNvPr>
          <p:cNvSpPr>
            <a:spLocks noGrp="1"/>
          </p:cNvSpPr>
          <p:nvPr>
            <p:ph idx="1"/>
          </p:nvPr>
        </p:nvSpPr>
        <p:spPr>
          <a:xfrm>
            <a:off x="677333" y="1509311"/>
            <a:ext cx="10229366" cy="4902506"/>
          </a:xfrm>
        </p:spPr>
        <p:txBody>
          <a:bodyPr>
            <a:noAutofit/>
          </a:bodyPr>
          <a:lstStyle/>
          <a:p>
            <a:r>
              <a:rPr lang="en-US" sz="2400"/>
              <a:t>Purpose:-</a:t>
            </a:r>
          </a:p>
          <a:p>
            <a:pPr marL="0" indent="0">
              <a:buNone/>
            </a:pPr>
            <a:r>
              <a:rPr lang="en-US" sz="2400"/>
              <a:t>    The purpose of the topic ‘WeatherAUS Rainfall Prediction’ is to analyze historical weather data  and predict whether it will rain tomorrow using data-driven machine learning techniques.</a:t>
            </a:r>
          </a:p>
          <a:p>
            <a:r>
              <a:rPr lang="en-US" sz="2400"/>
              <a:t>Front End (Gradio):-</a:t>
            </a:r>
          </a:p>
          <a:p>
            <a:pPr marL="0" indent="0">
              <a:buNone/>
            </a:pPr>
            <a:r>
              <a:rPr lang="en-US" sz="2400"/>
              <a:t>    A user-friendly Gradio interface allows users to input features such as Temperature, Humidity, Wind Speed, Wind Direction, Pressure, and RainToday values to easily predict RainTomorrow (Yes/No).</a:t>
            </a:r>
          </a:p>
          <a:p>
            <a:r>
              <a:rPr lang="en-US" sz="2400"/>
              <a:t>ML Models Used:-</a:t>
            </a:r>
          </a:p>
          <a:p>
            <a:pPr marL="0" indent="0">
              <a:buNone/>
            </a:pPr>
            <a:r>
              <a:rPr lang="en-US" sz="2400"/>
              <a:t>      Logistic Regression, Random Forest Classifier, and XGBoost were employed to build accurate and reliable rainfall prediction models.</a:t>
            </a:r>
            <a:endParaRPr lang="en-IN" sz="2400"/>
          </a:p>
        </p:txBody>
      </p:sp>
    </p:spTree>
    <p:extLst>
      <p:ext uri="{BB962C8B-B14F-4D97-AF65-F5344CB8AC3E}">
        <p14:creationId xmlns:p14="http://schemas.microsoft.com/office/powerpoint/2010/main" val="995816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BC6FD-1B27-0D1B-B6B8-6EB76A23D1F4}"/>
              </a:ext>
            </a:extLst>
          </p:cNvPr>
          <p:cNvSpPr>
            <a:spLocks noGrp="1"/>
          </p:cNvSpPr>
          <p:nvPr>
            <p:ph type="title"/>
          </p:nvPr>
        </p:nvSpPr>
        <p:spPr>
          <a:xfrm>
            <a:off x="677334" y="269913"/>
            <a:ext cx="8596668" cy="798723"/>
          </a:xfrm>
        </p:spPr>
        <p:txBody>
          <a:bodyPr/>
          <a:lstStyle/>
          <a:p>
            <a:r>
              <a:rPr lang="en-IN">
                <a:solidFill>
                  <a:schemeClr val="tx1"/>
                </a:solidFill>
              </a:rPr>
              <a:t>               PROCESS OF DATASET</a:t>
            </a:r>
          </a:p>
        </p:txBody>
      </p:sp>
      <p:sp>
        <p:nvSpPr>
          <p:cNvPr id="3" name="Content Placeholder 2">
            <a:extLst>
              <a:ext uri="{FF2B5EF4-FFF2-40B4-BE49-F238E27FC236}">
                <a16:creationId xmlns:a16="http://schemas.microsoft.com/office/drawing/2014/main" id="{99FFEB92-F08C-8388-2C8C-DACF7EBE1F06}"/>
              </a:ext>
            </a:extLst>
          </p:cNvPr>
          <p:cNvSpPr>
            <a:spLocks noGrp="1"/>
          </p:cNvSpPr>
          <p:nvPr>
            <p:ph idx="1"/>
          </p:nvPr>
        </p:nvSpPr>
        <p:spPr>
          <a:xfrm>
            <a:off x="677334" y="1222872"/>
            <a:ext cx="8596668" cy="5453350"/>
          </a:xfrm>
        </p:spPr>
        <p:txBody>
          <a:bodyPr>
            <a:normAutofit fontScale="92500" lnSpcReduction="20000"/>
          </a:bodyPr>
          <a:lstStyle/>
          <a:p>
            <a:r>
              <a:rPr lang="en-US" sz="2400"/>
              <a:t> Data Collection:-</a:t>
            </a:r>
          </a:p>
          <a:p>
            <a:pPr marL="0" indent="0">
              <a:buNone/>
            </a:pPr>
            <a:r>
              <a:rPr lang="en-US" sz="2400"/>
              <a:t>               WeatherAUS dataset collected from the Australian of Meteorology.</a:t>
            </a:r>
          </a:p>
          <a:p>
            <a:r>
              <a:rPr lang="en-US" sz="2400"/>
              <a:t> Data Cleaning:-</a:t>
            </a:r>
          </a:p>
          <a:p>
            <a:pPr marL="0" indent="0">
              <a:buNone/>
            </a:pPr>
            <a:r>
              <a:rPr lang="en-US" sz="2400"/>
              <a:t>            Handle missing values and fix inconsistent weather records. </a:t>
            </a:r>
          </a:p>
          <a:p>
            <a:r>
              <a:rPr lang="en-US" sz="2400"/>
              <a:t>Preprocessing:-</a:t>
            </a:r>
          </a:p>
          <a:p>
            <a:pPr marL="0" indent="0">
              <a:buNone/>
            </a:pPr>
            <a:r>
              <a:rPr lang="en-US" sz="2400"/>
              <a:t>            Encode categorical features and scale numerical values.</a:t>
            </a:r>
          </a:p>
          <a:p>
            <a:r>
              <a:rPr lang="en-US" sz="2400"/>
              <a:t> Feature Selection:-</a:t>
            </a:r>
          </a:p>
          <a:p>
            <a:pPr marL="0" indent="0">
              <a:buNone/>
            </a:pPr>
            <a:r>
              <a:rPr lang="en-US" sz="2400"/>
              <a:t>            Select key factors like humidity, rainfall, pressure, and wind features.</a:t>
            </a:r>
          </a:p>
          <a:p>
            <a:r>
              <a:rPr lang="en-US" sz="2400"/>
              <a:t> Modeling:-</a:t>
            </a:r>
          </a:p>
          <a:p>
            <a:pPr marL="0" indent="0">
              <a:buNone/>
            </a:pPr>
            <a:r>
              <a:rPr lang="en-US" sz="2400"/>
              <a:t>            Train models like Logistic Regression, Random Forest, and XGBoost and  evaluate accuracy</a:t>
            </a:r>
            <a:r>
              <a:rPr lang="en-US" sz="2000"/>
              <a:t>.</a:t>
            </a:r>
            <a:endParaRPr lang="en-IN" sz="2000"/>
          </a:p>
        </p:txBody>
      </p:sp>
    </p:spTree>
    <p:extLst>
      <p:ext uri="{BB962C8B-B14F-4D97-AF65-F5344CB8AC3E}">
        <p14:creationId xmlns:p14="http://schemas.microsoft.com/office/powerpoint/2010/main" val="3464685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2088-5430-8163-56E8-C073537590D5}"/>
              </a:ext>
            </a:extLst>
          </p:cNvPr>
          <p:cNvSpPr>
            <a:spLocks noGrp="1"/>
          </p:cNvSpPr>
          <p:nvPr>
            <p:ph type="title"/>
          </p:nvPr>
        </p:nvSpPr>
        <p:spPr>
          <a:xfrm>
            <a:off x="677334" y="609600"/>
            <a:ext cx="8596668" cy="811576"/>
          </a:xfrm>
        </p:spPr>
        <p:txBody>
          <a:bodyPr/>
          <a:lstStyle/>
          <a:p>
            <a:r>
              <a:rPr lang="en-IN"/>
              <a:t>                          </a:t>
            </a:r>
            <a:r>
              <a:rPr lang="en-IN">
                <a:solidFill>
                  <a:schemeClr val="tx1"/>
                </a:solidFill>
              </a:rPr>
              <a:t>DATASET</a:t>
            </a:r>
          </a:p>
        </p:txBody>
      </p:sp>
      <p:pic>
        <p:nvPicPr>
          <p:cNvPr id="5" name="Content Placeholder 4" descr="A screenshot of a graph&#10;&#10;AI-generated content may be incorrect.">
            <a:extLst>
              <a:ext uri="{FF2B5EF4-FFF2-40B4-BE49-F238E27FC236}">
                <a16:creationId xmlns:a16="http://schemas.microsoft.com/office/drawing/2014/main" id="{F7C6986D-16B0-CFFF-7086-F446D67460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0588" y="1542362"/>
            <a:ext cx="8023749" cy="4499664"/>
          </a:xfrm>
        </p:spPr>
      </p:pic>
    </p:spTree>
    <p:extLst>
      <p:ext uri="{BB962C8B-B14F-4D97-AF65-F5344CB8AC3E}">
        <p14:creationId xmlns:p14="http://schemas.microsoft.com/office/powerpoint/2010/main" val="4147215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548FB-5484-AC13-B15D-8F6522ED0073}"/>
              </a:ext>
            </a:extLst>
          </p:cNvPr>
          <p:cNvSpPr>
            <a:spLocks noGrp="1"/>
          </p:cNvSpPr>
          <p:nvPr>
            <p:ph type="title"/>
          </p:nvPr>
        </p:nvSpPr>
        <p:spPr>
          <a:xfrm>
            <a:off x="677334" y="609600"/>
            <a:ext cx="8596668" cy="734458"/>
          </a:xfrm>
        </p:spPr>
        <p:txBody>
          <a:bodyPr>
            <a:normAutofit fontScale="90000"/>
          </a:bodyPr>
          <a:lstStyle/>
          <a:p>
            <a:r>
              <a:rPr lang="en-IN">
                <a:solidFill>
                  <a:schemeClr val="tx1"/>
                </a:solidFill>
              </a:rPr>
              <a:t>                     GRAPHICAL OVERVIEW</a:t>
            </a:r>
            <a:br>
              <a:rPr lang="en-IN"/>
            </a:br>
            <a:endParaRPr lang="en-IN"/>
          </a:p>
        </p:txBody>
      </p:sp>
      <p:pic>
        <p:nvPicPr>
          <p:cNvPr id="5" name="Content Placeholder 4" descr="A graph of blue rectangular bars&#10;&#10;AI-generated content may be incorrect.">
            <a:extLst>
              <a:ext uri="{FF2B5EF4-FFF2-40B4-BE49-F238E27FC236}">
                <a16:creationId xmlns:a16="http://schemas.microsoft.com/office/drawing/2014/main" id="{7F1EC356-883B-F651-69F7-DCCFFA4B1A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192013"/>
            <a:ext cx="4994989" cy="2725948"/>
          </a:xfrm>
        </p:spPr>
      </p:pic>
      <p:pic>
        <p:nvPicPr>
          <p:cNvPr id="7" name="Picture 6" descr="A graph showing a bar and a graph&#10;&#10;AI-generated content may be incorrect.">
            <a:extLst>
              <a:ext uri="{FF2B5EF4-FFF2-40B4-BE49-F238E27FC236}">
                <a16:creationId xmlns:a16="http://schemas.microsoft.com/office/drawing/2014/main" id="{77253B58-8017-C172-C394-CC3D761AA8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5938" y="1084236"/>
            <a:ext cx="5565559" cy="2941503"/>
          </a:xfrm>
          <a:prstGeom prst="rect">
            <a:avLst/>
          </a:prstGeom>
        </p:spPr>
      </p:pic>
      <p:pic>
        <p:nvPicPr>
          <p:cNvPr id="9" name="Picture 8" descr="A graph of a graph showing the rain tomorrow count">
            <a:extLst>
              <a:ext uri="{FF2B5EF4-FFF2-40B4-BE49-F238E27FC236}">
                <a16:creationId xmlns:a16="http://schemas.microsoft.com/office/drawing/2014/main" id="{48E322BC-E2E5-BD53-99B1-A235923093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1522" y="4025739"/>
            <a:ext cx="5651654" cy="2817947"/>
          </a:xfrm>
          <a:prstGeom prst="rect">
            <a:avLst/>
          </a:prstGeom>
        </p:spPr>
      </p:pic>
    </p:spTree>
    <p:extLst>
      <p:ext uri="{BB962C8B-B14F-4D97-AF65-F5344CB8AC3E}">
        <p14:creationId xmlns:p14="http://schemas.microsoft.com/office/powerpoint/2010/main" val="3937960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14CF0-0A04-D4A9-3776-E553657D2DAF}"/>
              </a:ext>
            </a:extLst>
          </p:cNvPr>
          <p:cNvSpPr>
            <a:spLocks noGrp="1"/>
          </p:cNvSpPr>
          <p:nvPr>
            <p:ph type="title"/>
          </p:nvPr>
        </p:nvSpPr>
        <p:spPr>
          <a:xfrm>
            <a:off x="2575560" y="365760"/>
            <a:ext cx="6698442" cy="792480"/>
          </a:xfrm>
        </p:spPr>
        <p:txBody>
          <a:bodyPr/>
          <a:lstStyle/>
          <a:p>
            <a:r>
              <a:rPr lang="en-IN"/>
              <a:t>       </a:t>
            </a:r>
            <a:r>
              <a:rPr lang="en-IN">
                <a:solidFill>
                  <a:schemeClr val="tx1"/>
                </a:solidFill>
              </a:rPr>
              <a:t>Correlation Heatmap</a:t>
            </a:r>
          </a:p>
        </p:txBody>
      </p:sp>
      <p:pic>
        <p:nvPicPr>
          <p:cNvPr id="5" name="Content Placeholder 4" descr="A screenshot of a graph&#10;&#10;AI-generated content may be incorrect.">
            <a:extLst>
              <a:ext uri="{FF2B5EF4-FFF2-40B4-BE49-F238E27FC236}">
                <a16:creationId xmlns:a16="http://schemas.microsoft.com/office/drawing/2014/main" id="{7377A57F-9ADB-3DA4-A0D8-46B2790320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3970" y="1518638"/>
            <a:ext cx="6365670" cy="5126002"/>
          </a:xfrm>
        </p:spPr>
      </p:pic>
    </p:spTree>
    <p:extLst>
      <p:ext uri="{BB962C8B-B14F-4D97-AF65-F5344CB8AC3E}">
        <p14:creationId xmlns:p14="http://schemas.microsoft.com/office/powerpoint/2010/main" val="3208908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28A4B-AE6A-8A98-861C-55985418C42E}"/>
              </a:ext>
            </a:extLst>
          </p:cNvPr>
          <p:cNvSpPr>
            <a:spLocks noGrp="1"/>
          </p:cNvSpPr>
          <p:nvPr>
            <p:ph type="title"/>
          </p:nvPr>
        </p:nvSpPr>
        <p:spPr>
          <a:xfrm>
            <a:off x="677334" y="609600"/>
            <a:ext cx="8596668" cy="853440"/>
          </a:xfrm>
        </p:spPr>
        <p:txBody>
          <a:bodyPr/>
          <a:lstStyle/>
          <a:p>
            <a:r>
              <a:rPr lang="en-IN"/>
              <a:t>                   </a:t>
            </a:r>
            <a:r>
              <a:rPr lang="en-IN" sz="4400">
                <a:solidFill>
                  <a:schemeClr val="tx1"/>
                </a:solidFill>
              </a:rPr>
              <a:t>RESULT OBTAINED</a:t>
            </a:r>
          </a:p>
        </p:txBody>
      </p:sp>
      <p:pic>
        <p:nvPicPr>
          <p:cNvPr id="4" name="Content Placeholder 3">
            <a:extLst>
              <a:ext uri="{FF2B5EF4-FFF2-40B4-BE49-F238E27FC236}">
                <a16:creationId xmlns:a16="http://schemas.microsoft.com/office/drawing/2014/main" id="{9B026AFC-A671-C85D-3078-E0C1E61CA325}"/>
              </a:ext>
            </a:extLst>
          </p:cNvPr>
          <p:cNvPicPr>
            <a:picLocks noGrp="1" noChangeAspect="1"/>
          </p:cNvPicPr>
          <p:nvPr>
            <p:ph idx="1"/>
          </p:nvPr>
        </p:nvPicPr>
        <p:blipFill>
          <a:blip r:embed="rId2"/>
          <a:stretch>
            <a:fillRect/>
          </a:stretch>
        </p:blipFill>
        <p:spPr>
          <a:xfrm>
            <a:off x="519106" y="1672022"/>
            <a:ext cx="4456562" cy="2444708"/>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B792F21D-C714-5CBD-64DC-0F498D67AC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488" y="2218029"/>
            <a:ext cx="4125797" cy="1731061"/>
          </a:xfrm>
          <a:prstGeom prst="rect">
            <a:avLst/>
          </a:prstGeom>
        </p:spPr>
      </p:pic>
      <p:pic>
        <p:nvPicPr>
          <p:cNvPr id="7" name="Picture 6">
            <a:extLst>
              <a:ext uri="{FF2B5EF4-FFF2-40B4-BE49-F238E27FC236}">
                <a16:creationId xmlns:a16="http://schemas.microsoft.com/office/drawing/2014/main" id="{F31C8AC8-9DB9-6356-A708-EEB49FD7672E}"/>
              </a:ext>
            </a:extLst>
          </p:cNvPr>
          <p:cNvPicPr>
            <a:picLocks noChangeAspect="1"/>
          </p:cNvPicPr>
          <p:nvPr/>
        </p:nvPicPr>
        <p:blipFill>
          <a:blip r:embed="rId4"/>
          <a:stretch>
            <a:fillRect/>
          </a:stretch>
        </p:blipFill>
        <p:spPr>
          <a:xfrm>
            <a:off x="5574791" y="1715812"/>
            <a:ext cx="4462659" cy="2444708"/>
          </a:xfrm>
          <a:prstGeom prst="rect">
            <a:avLst/>
          </a:prstGeom>
        </p:spPr>
      </p:pic>
      <p:pic>
        <p:nvPicPr>
          <p:cNvPr id="9" name="Picture 8" descr="A screenshot of a graph&#10;&#10;AI-generated content may be incorrect.">
            <a:extLst>
              <a:ext uri="{FF2B5EF4-FFF2-40B4-BE49-F238E27FC236}">
                <a16:creationId xmlns:a16="http://schemas.microsoft.com/office/drawing/2014/main" id="{7152037F-AC68-5061-C8C7-C07A12A1E5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99855" y="2241746"/>
            <a:ext cx="4212530" cy="1683626"/>
          </a:xfrm>
          <a:prstGeom prst="rect">
            <a:avLst/>
          </a:prstGeom>
        </p:spPr>
      </p:pic>
      <p:pic>
        <p:nvPicPr>
          <p:cNvPr id="10" name="Picture 9">
            <a:extLst>
              <a:ext uri="{FF2B5EF4-FFF2-40B4-BE49-F238E27FC236}">
                <a16:creationId xmlns:a16="http://schemas.microsoft.com/office/drawing/2014/main" id="{8AE71C02-10FF-D8D9-7AE3-55AC8F91F336}"/>
              </a:ext>
            </a:extLst>
          </p:cNvPr>
          <p:cNvPicPr>
            <a:picLocks noChangeAspect="1"/>
          </p:cNvPicPr>
          <p:nvPr/>
        </p:nvPicPr>
        <p:blipFill>
          <a:blip r:embed="rId6"/>
          <a:stretch>
            <a:fillRect/>
          </a:stretch>
        </p:blipFill>
        <p:spPr>
          <a:xfrm>
            <a:off x="3046949" y="4160520"/>
            <a:ext cx="4456562" cy="2444708"/>
          </a:xfrm>
          <a:prstGeom prst="rect">
            <a:avLst/>
          </a:prstGeom>
        </p:spPr>
      </p:pic>
      <p:pic>
        <p:nvPicPr>
          <p:cNvPr id="12" name="Picture 11" descr="A screenshot of a graph&#10;&#10;AI-generated content may be incorrect.">
            <a:extLst>
              <a:ext uri="{FF2B5EF4-FFF2-40B4-BE49-F238E27FC236}">
                <a16:creationId xmlns:a16="http://schemas.microsoft.com/office/drawing/2014/main" id="{25494DFF-9410-12CA-3FE2-D2FA5CE3F94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76279" y="4706527"/>
            <a:ext cx="4216247" cy="1663553"/>
          </a:xfrm>
          <a:prstGeom prst="rect">
            <a:avLst/>
          </a:prstGeom>
        </p:spPr>
      </p:pic>
    </p:spTree>
    <p:extLst>
      <p:ext uri="{BB962C8B-B14F-4D97-AF65-F5344CB8AC3E}">
        <p14:creationId xmlns:p14="http://schemas.microsoft.com/office/powerpoint/2010/main" val="451491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CA6F-370C-5F85-BE79-ADBA31D9CB89}"/>
              </a:ext>
            </a:extLst>
          </p:cNvPr>
          <p:cNvSpPr>
            <a:spLocks noGrp="1"/>
          </p:cNvSpPr>
          <p:nvPr>
            <p:ph type="title"/>
          </p:nvPr>
        </p:nvSpPr>
        <p:spPr>
          <a:xfrm>
            <a:off x="858184" y="848298"/>
            <a:ext cx="8596668" cy="872781"/>
          </a:xfrm>
        </p:spPr>
        <p:txBody>
          <a:bodyPr/>
          <a:lstStyle/>
          <a:p>
            <a:r>
              <a:rPr lang="en-IN"/>
              <a:t>                  </a:t>
            </a:r>
            <a:r>
              <a:rPr lang="en-IN">
                <a:solidFill>
                  <a:schemeClr val="tx1"/>
                </a:solidFill>
              </a:rPr>
              <a:t>COMPARISON TABLE</a:t>
            </a:r>
          </a:p>
        </p:txBody>
      </p:sp>
      <p:graphicFrame>
        <p:nvGraphicFramePr>
          <p:cNvPr id="4" name="Content Placeholder 3">
            <a:extLst>
              <a:ext uri="{FF2B5EF4-FFF2-40B4-BE49-F238E27FC236}">
                <a16:creationId xmlns:a16="http://schemas.microsoft.com/office/drawing/2014/main" id="{96CE88A5-16A7-9107-90A7-5356E44776DE}"/>
              </a:ext>
            </a:extLst>
          </p:cNvPr>
          <p:cNvGraphicFramePr>
            <a:graphicFrameLocks noGrp="1"/>
          </p:cNvGraphicFramePr>
          <p:nvPr>
            <p:ph idx="1"/>
            <p:extLst>
              <p:ext uri="{D42A27DB-BD31-4B8C-83A1-F6EECF244321}">
                <p14:modId xmlns:p14="http://schemas.microsoft.com/office/powerpoint/2010/main" val="2093040113"/>
              </p:ext>
            </p:extLst>
          </p:nvPr>
        </p:nvGraphicFramePr>
        <p:xfrm>
          <a:off x="1219885" y="1923668"/>
          <a:ext cx="8234967" cy="2324559"/>
        </p:xfrm>
        <a:graphic>
          <a:graphicData uri="http://schemas.openxmlformats.org/drawingml/2006/table">
            <a:tbl>
              <a:tblPr firstRow="1" bandRow="1">
                <a:tableStyleId>{5C22544A-7EE6-4342-B048-85BDC9FD1C3A}</a:tableStyleId>
              </a:tblPr>
              <a:tblGrid>
                <a:gridCol w="1459409">
                  <a:extLst>
                    <a:ext uri="{9D8B030D-6E8A-4147-A177-3AD203B41FA5}">
                      <a16:colId xmlns:a16="http://schemas.microsoft.com/office/drawing/2014/main" val="878333306"/>
                    </a:ext>
                  </a:extLst>
                </a:gridCol>
                <a:gridCol w="2622015">
                  <a:extLst>
                    <a:ext uri="{9D8B030D-6E8A-4147-A177-3AD203B41FA5}">
                      <a16:colId xmlns:a16="http://schemas.microsoft.com/office/drawing/2014/main" val="3004253203"/>
                    </a:ext>
                  </a:extLst>
                </a:gridCol>
                <a:gridCol w="1674633">
                  <a:extLst>
                    <a:ext uri="{9D8B030D-6E8A-4147-A177-3AD203B41FA5}">
                      <a16:colId xmlns:a16="http://schemas.microsoft.com/office/drawing/2014/main" val="2467640609"/>
                    </a:ext>
                  </a:extLst>
                </a:gridCol>
                <a:gridCol w="2478910">
                  <a:extLst>
                    <a:ext uri="{9D8B030D-6E8A-4147-A177-3AD203B41FA5}">
                      <a16:colId xmlns:a16="http://schemas.microsoft.com/office/drawing/2014/main" val="1274240374"/>
                    </a:ext>
                  </a:extLst>
                </a:gridCol>
              </a:tblGrid>
              <a:tr h="442020">
                <a:tc>
                  <a:txBody>
                    <a:bodyPr/>
                    <a:lstStyle/>
                    <a:p>
                      <a:endParaRPr lang="en-IN"/>
                    </a:p>
                  </a:txBody>
                  <a:tcPr/>
                </a:tc>
                <a:tc>
                  <a:txBody>
                    <a:bodyPr/>
                    <a:lstStyle/>
                    <a:p>
                      <a:r>
                        <a:rPr lang="en-IN"/>
                        <a:t>          </a:t>
                      </a:r>
                      <a:r>
                        <a:rPr lang="en-IN" sz="1800" b="1" i="0" kern="1200">
                          <a:solidFill>
                            <a:schemeClr val="lt1"/>
                          </a:solidFill>
                          <a:effectLst/>
                          <a:latin typeface="+mn-lt"/>
                          <a:ea typeface="+mn-ea"/>
                          <a:cs typeface="+mn-cs"/>
                        </a:rPr>
                        <a:t>Model</a:t>
                      </a:r>
                      <a:endParaRPr lang="en-IN"/>
                    </a:p>
                  </a:txBody>
                  <a:tcPr/>
                </a:tc>
                <a:tc>
                  <a:txBody>
                    <a:bodyPr/>
                    <a:lstStyle/>
                    <a:p>
                      <a:r>
                        <a:rPr lang="en-IN" sz="1800" b="1" i="0" kern="1200">
                          <a:solidFill>
                            <a:schemeClr val="lt1"/>
                          </a:solidFill>
                          <a:effectLst/>
                          <a:latin typeface="+mn-lt"/>
                          <a:ea typeface="+mn-ea"/>
                          <a:cs typeface="+mn-cs"/>
                        </a:rPr>
                        <a:t>TrainingScore</a:t>
                      </a:r>
                      <a:endParaRPr lang="en-IN"/>
                    </a:p>
                  </a:txBody>
                  <a:tcPr/>
                </a:tc>
                <a:tc>
                  <a:txBody>
                    <a:bodyPr/>
                    <a:lstStyle/>
                    <a:p>
                      <a:pPr algn="r" fontAlgn="ctr">
                        <a:buNone/>
                      </a:pPr>
                      <a:r>
                        <a:rPr lang="en-IN" sz="1800" b="1" i="0" kern="1200">
                          <a:solidFill>
                            <a:schemeClr val="lt1"/>
                          </a:solidFill>
                          <a:effectLst/>
                          <a:latin typeface="+mn-lt"/>
                          <a:ea typeface="+mn-ea"/>
                          <a:cs typeface="+mn-cs"/>
                        </a:rPr>
                        <a:t>TestingScore</a:t>
                      </a:r>
                      <a:endParaRPr lang="en-IN" b="1">
                        <a:effectLst/>
                      </a:endParaRPr>
                    </a:p>
                  </a:txBody>
                  <a:tcPr anchor="ctr"/>
                </a:tc>
                <a:extLst>
                  <a:ext uri="{0D108BD9-81ED-4DB2-BD59-A6C34878D82A}">
                    <a16:rowId xmlns:a16="http://schemas.microsoft.com/office/drawing/2014/main" val="3857475139"/>
                  </a:ext>
                </a:extLst>
              </a:tr>
              <a:tr h="627513">
                <a:tc>
                  <a:txBody>
                    <a:bodyPr/>
                    <a:lstStyle/>
                    <a:p>
                      <a:r>
                        <a:rPr lang="en-IN"/>
                        <a:t>             0</a:t>
                      </a:r>
                    </a:p>
                  </a:txBody>
                  <a:tcPr/>
                </a:tc>
                <a:tc>
                  <a:txBody>
                    <a:bodyPr/>
                    <a:lstStyle/>
                    <a:p>
                      <a:r>
                        <a:rPr lang="en-IN" sz="1800" b="0" i="0" kern="1200">
                          <a:solidFill>
                            <a:schemeClr val="dk1"/>
                          </a:solidFill>
                          <a:effectLst/>
                          <a:latin typeface="+mn-lt"/>
                          <a:ea typeface="+mn-ea"/>
                          <a:cs typeface="+mn-cs"/>
                        </a:rPr>
                        <a:t>  LogisticRegression</a:t>
                      </a:r>
                      <a:endParaRPr lang="en-IN"/>
                    </a:p>
                  </a:txBody>
                  <a:tcPr/>
                </a:tc>
                <a:tc>
                  <a:txBody>
                    <a:bodyPr/>
                    <a:lstStyle/>
                    <a:p>
                      <a:pPr algn="r" fontAlgn="ctr">
                        <a:buNone/>
                      </a:pPr>
                      <a:r>
                        <a:rPr lang="en-IN">
                          <a:effectLst/>
                        </a:rPr>
                        <a:t>0.843393</a:t>
                      </a:r>
                    </a:p>
                  </a:txBody>
                  <a:tcPr anchor="ctr"/>
                </a:tc>
                <a:tc>
                  <a:txBody>
                    <a:bodyPr/>
                    <a:lstStyle/>
                    <a:p>
                      <a:pPr algn="r" fontAlgn="ctr">
                        <a:buNone/>
                      </a:pPr>
                      <a:r>
                        <a:rPr lang="en-IN" sz="1800" b="0" i="0" kern="1200">
                          <a:solidFill>
                            <a:schemeClr val="dk1"/>
                          </a:solidFill>
                          <a:effectLst/>
                          <a:latin typeface="+mn-lt"/>
                          <a:ea typeface="+mn-ea"/>
                          <a:cs typeface="+mn-cs"/>
                        </a:rPr>
                        <a:t>0.845078</a:t>
                      </a:r>
                      <a:endParaRPr lang="en-IN">
                        <a:effectLst/>
                      </a:endParaRPr>
                    </a:p>
                  </a:txBody>
                  <a:tcPr anchor="ctr"/>
                </a:tc>
                <a:extLst>
                  <a:ext uri="{0D108BD9-81ED-4DB2-BD59-A6C34878D82A}">
                    <a16:rowId xmlns:a16="http://schemas.microsoft.com/office/drawing/2014/main" val="1509265945"/>
                  </a:ext>
                </a:extLst>
              </a:tr>
              <a:tr h="627513">
                <a:tc>
                  <a:txBody>
                    <a:bodyPr/>
                    <a:lstStyle/>
                    <a:p>
                      <a:r>
                        <a:rPr lang="en-IN"/>
                        <a:t>             1</a:t>
                      </a:r>
                    </a:p>
                  </a:txBody>
                  <a:tcPr/>
                </a:tc>
                <a:tc>
                  <a:txBody>
                    <a:bodyPr/>
                    <a:lstStyle/>
                    <a:p>
                      <a:pPr algn="r" fontAlgn="ctr">
                        <a:buNone/>
                      </a:pPr>
                      <a:r>
                        <a:rPr lang="en-IN">
                          <a:effectLst/>
                        </a:rPr>
                        <a:t>RandomForestClassifier</a:t>
                      </a:r>
                    </a:p>
                  </a:txBody>
                  <a:tcPr anchor="ctr"/>
                </a:tc>
                <a:tc>
                  <a:txBody>
                    <a:bodyPr/>
                    <a:lstStyle/>
                    <a:p>
                      <a:pPr algn="r" fontAlgn="ctr">
                        <a:buNone/>
                      </a:pPr>
                      <a:r>
                        <a:rPr lang="en-IN" sz="1800" b="0" i="0" kern="1200">
                          <a:solidFill>
                            <a:schemeClr val="dk1"/>
                          </a:solidFill>
                          <a:effectLst/>
                          <a:latin typeface="+mn-lt"/>
                          <a:ea typeface="+mn-ea"/>
                          <a:cs typeface="+mn-cs"/>
                        </a:rPr>
                        <a:t>0.999940</a:t>
                      </a:r>
                      <a:endParaRPr lang="en-IN">
                        <a:effectLst/>
                      </a:endParaRPr>
                    </a:p>
                  </a:txBody>
                  <a:tcPr anchor="ctr"/>
                </a:tc>
                <a:tc>
                  <a:txBody>
                    <a:bodyPr/>
                    <a:lstStyle/>
                    <a:p>
                      <a:r>
                        <a:rPr lang="en-IN" sz="1800" b="0" i="0" kern="1200">
                          <a:solidFill>
                            <a:schemeClr val="dk1"/>
                          </a:solidFill>
                          <a:effectLst/>
                          <a:latin typeface="+mn-lt"/>
                          <a:ea typeface="+mn-ea"/>
                          <a:cs typeface="+mn-cs"/>
                        </a:rPr>
                        <a:t>                    0.857624</a:t>
                      </a:r>
                      <a:endParaRPr lang="en-IN"/>
                    </a:p>
                  </a:txBody>
                  <a:tcPr/>
                </a:tc>
                <a:extLst>
                  <a:ext uri="{0D108BD9-81ED-4DB2-BD59-A6C34878D82A}">
                    <a16:rowId xmlns:a16="http://schemas.microsoft.com/office/drawing/2014/main" val="2407735705"/>
                  </a:ext>
                </a:extLst>
              </a:tr>
              <a:tr h="627513">
                <a:tc>
                  <a:txBody>
                    <a:bodyPr/>
                    <a:lstStyle/>
                    <a:p>
                      <a:r>
                        <a:rPr lang="en-IN"/>
                        <a:t>             2</a:t>
                      </a:r>
                    </a:p>
                  </a:txBody>
                  <a:tcPr/>
                </a:tc>
                <a:tc>
                  <a:txBody>
                    <a:bodyPr/>
                    <a:lstStyle/>
                    <a:p>
                      <a:r>
                        <a:rPr lang="en-IN" sz="1800" b="0" i="0" kern="1200">
                          <a:solidFill>
                            <a:schemeClr val="dk1"/>
                          </a:solidFill>
                          <a:effectLst/>
                          <a:latin typeface="+mn-lt"/>
                          <a:ea typeface="+mn-ea"/>
                          <a:cs typeface="+mn-cs"/>
                        </a:rPr>
                        <a:t>  XGBoostClassifier</a:t>
                      </a:r>
                      <a:endParaRPr lang="en-IN"/>
                    </a:p>
                  </a:txBody>
                  <a:tcPr/>
                </a:tc>
                <a:tc>
                  <a:txBody>
                    <a:bodyPr/>
                    <a:lstStyle/>
                    <a:p>
                      <a:pPr algn="r" fontAlgn="ctr">
                        <a:buNone/>
                      </a:pPr>
                      <a:r>
                        <a:rPr lang="en-IN">
                          <a:effectLst/>
                        </a:rPr>
                        <a:t>0.850414</a:t>
                      </a:r>
                    </a:p>
                  </a:txBody>
                  <a:tcPr anchor="ctr"/>
                </a:tc>
                <a:tc>
                  <a:txBody>
                    <a:bodyPr/>
                    <a:lstStyle/>
                    <a:p>
                      <a:pPr algn="r" fontAlgn="ctr">
                        <a:buNone/>
                      </a:pPr>
                      <a:r>
                        <a:rPr lang="en-IN">
                          <a:effectLst/>
                        </a:rPr>
                        <a:t>0.850268</a:t>
                      </a:r>
                    </a:p>
                  </a:txBody>
                  <a:tcPr anchor="ctr"/>
                </a:tc>
                <a:extLst>
                  <a:ext uri="{0D108BD9-81ED-4DB2-BD59-A6C34878D82A}">
                    <a16:rowId xmlns:a16="http://schemas.microsoft.com/office/drawing/2014/main" val="1355119133"/>
                  </a:ext>
                </a:extLst>
              </a:tr>
            </a:tbl>
          </a:graphicData>
        </a:graphic>
      </p:graphicFrame>
    </p:spTree>
    <p:extLst>
      <p:ext uri="{BB962C8B-B14F-4D97-AF65-F5344CB8AC3E}">
        <p14:creationId xmlns:p14="http://schemas.microsoft.com/office/powerpoint/2010/main" val="3562692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91566-1481-8FD9-19B1-CA2AD85AA231}"/>
              </a:ext>
            </a:extLst>
          </p:cNvPr>
          <p:cNvSpPr>
            <a:spLocks noGrp="1"/>
          </p:cNvSpPr>
          <p:nvPr>
            <p:ph type="title"/>
          </p:nvPr>
        </p:nvSpPr>
        <p:spPr>
          <a:xfrm>
            <a:off x="677334" y="1002534"/>
            <a:ext cx="8596668" cy="927865"/>
          </a:xfrm>
        </p:spPr>
        <p:txBody>
          <a:bodyPr/>
          <a:lstStyle/>
          <a:p>
            <a:r>
              <a:rPr lang="en-IN">
                <a:solidFill>
                  <a:schemeClr val="tx1"/>
                </a:solidFill>
              </a:rPr>
              <a:t>                   USER INTERFACE</a:t>
            </a:r>
            <a:endParaRPr lang="en-IN"/>
          </a:p>
        </p:txBody>
      </p:sp>
      <p:pic>
        <p:nvPicPr>
          <p:cNvPr id="5" name="Content Placeholder 4">
            <a:extLst>
              <a:ext uri="{FF2B5EF4-FFF2-40B4-BE49-F238E27FC236}">
                <a16:creationId xmlns:a16="http://schemas.microsoft.com/office/drawing/2014/main" id="{8AE116BB-DFA3-305D-B6F7-23A7361B38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4334" y="2082188"/>
            <a:ext cx="6754755" cy="4285561"/>
          </a:xfrm>
        </p:spPr>
      </p:pic>
    </p:spTree>
    <p:extLst>
      <p:ext uri="{BB962C8B-B14F-4D97-AF65-F5344CB8AC3E}">
        <p14:creationId xmlns:p14="http://schemas.microsoft.com/office/powerpoint/2010/main" val="1059758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FFB2A-5F67-16A4-5ED7-A83BB14617AC}"/>
              </a:ext>
            </a:extLst>
          </p:cNvPr>
          <p:cNvSpPr>
            <a:spLocks noGrp="1"/>
          </p:cNvSpPr>
          <p:nvPr>
            <p:ph type="title"/>
          </p:nvPr>
        </p:nvSpPr>
        <p:spPr/>
        <p:txBody>
          <a:bodyPr/>
          <a:lstStyle/>
          <a:p>
            <a:r>
              <a:rPr lang="en-IN" b="1"/>
              <a:t>             </a:t>
            </a:r>
            <a:r>
              <a:rPr lang="en-IN" b="1">
                <a:solidFill>
                  <a:schemeClr val="tx1"/>
                </a:solidFill>
              </a:rPr>
              <a:t>FUTURE IMPROVEMENTS </a:t>
            </a:r>
            <a:endParaRPr lang="en-IN">
              <a:solidFill>
                <a:schemeClr val="tx1"/>
              </a:solidFill>
            </a:endParaRPr>
          </a:p>
        </p:txBody>
      </p:sp>
      <p:sp>
        <p:nvSpPr>
          <p:cNvPr id="3" name="Content Placeholder 2">
            <a:extLst>
              <a:ext uri="{FF2B5EF4-FFF2-40B4-BE49-F238E27FC236}">
                <a16:creationId xmlns:a16="http://schemas.microsoft.com/office/drawing/2014/main" id="{7C9742B5-9398-A677-7448-E8022CB8A25C}"/>
              </a:ext>
            </a:extLst>
          </p:cNvPr>
          <p:cNvSpPr>
            <a:spLocks noGrp="1"/>
          </p:cNvSpPr>
          <p:nvPr>
            <p:ph idx="1"/>
          </p:nvPr>
        </p:nvSpPr>
        <p:spPr>
          <a:xfrm>
            <a:off x="677334" y="1586429"/>
            <a:ext cx="8596668" cy="4454933"/>
          </a:xfrm>
        </p:spPr>
        <p:txBody>
          <a:bodyPr>
            <a:normAutofit/>
          </a:bodyPr>
          <a:lstStyle/>
          <a:p>
            <a:r>
              <a:rPr lang="en-US" sz="2800"/>
              <a:t> Use Deep Learning models like LSTM or GRU to capture time-series weather patterns.</a:t>
            </a:r>
          </a:p>
          <a:p>
            <a:r>
              <a:rPr lang="en-US" sz="2800"/>
              <a:t>Add more real-time weather data from APIs to improve prediction accuracy.</a:t>
            </a:r>
          </a:p>
          <a:p>
            <a:r>
              <a:rPr lang="en-US" sz="2800"/>
              <a:t>Implement feature engineering to create new climate indicators for better model performance.</a:t>
            </a:r>
          </a:p>
          <a:p>
            <a:r>
              <a:rPr lang="en-US" sz="2800"/>
              <a:t>Deploy the model as a web or mobile app for public and agricultural use.</a:t>
            </a:r>
            <a:endParaRPr lang="en-IN" sz="2800"/>
          </a:p>
        </p:txBody>
      </p:sp>
    </p:spTree>
    <p:extLst>
      <p:ext uri="{BB962C8B-B14F-4D97-AF65-F5344CB8AC3E}">
        <p14:creationId xmlns:p14="http://schemas.microsoft.com/office/powerpoint/2010/main" val="1581092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EC237-A739-381D-4A73-B8F3D0D1391D}"/>
              </a:ext>
            </a:extLst>
          </p:cNvPr>
          <p:cNvSpPr>
            <a:spLocks noGrp="1"/>
          </p:cNvSpPr>
          <p:nvPr>
            <p:ph type="title"/>
          </p:nvPr>
        </p:nvSpPr>
        <p:spPr>
          <a:xfrm>
            <a:off x="677334" y="1090670"/>
            <a:ext cx="8596668" cy="839730"/>
          </a:xfrm>
        </p:spPr>
        <p:txBody>
          <a:bodyPr/>
          <a:lstStyle/>
          <a:p>
            <a:r>
              <a:rPr lang="en-IN"/>
              <a:t>                      </a:t>
            </a:r>
            <a:r>
              <a:rPr lang="en-IN">
                <a:solidFill>
                  <a:schemeClr val="tx1"/>
                </a:solidFill>
              </a:rPr>
              <a:t>CONCLUSION</a:t>
            </a:r>
          </a:p>
        </p:txBody>
      </p:sp>
      <p:sp>
        <p:nvSpPr>
          <p:cNvPr id="3" name="Content Placeholder 2">
            <a:extLst>
              <a:ext uri="{FF2B5EF4-FFF2-40B4-BE49-F238E27FC236}">
                <a16:creationId xmlns:a16="http://schemas.microsoft.com/office/drawing/2014/main" id="{CFB9BE11-B123-3879-A0F7-ED02777BD757}"/>
              </a:ext>
            </a:extLst>
          </p:cNvPr>
          <p:cNvSpPr>
            <a:spLocks noGrp="1"/>
          </p:cNvSpPr>
          <p:nvPr>
            <p:ph idx="1"/>
          </p:nvPr>
        </p:nvSpPr>
        <p:spPr/>
        <p:txBody>
          <a:bodyPr/>
          <a:lstStyle/>
          <a:p>
            <a:r>
              <a:rPr lang="en-US" sz="2400"/>
              <a:t>The WeatherAUS rainfall prediction project shows that historical weather data can effectively predict RainTomorrow using ML models like Logistic Regression, Random Forest, and XGBoost. With proper data cleaning and feature selection, the model provides reliable forecasts that support agriculture and weather-based decision-making</a:t>
            </a:r>
            <a:r>
              <a:rPr lang="en-US"/>
              <a:t>.</a:t>
            </a:r>
            <a:endParaRPr lang="en-IN"/>
          </a:p>
        </p:txBody>
      </p:sp>
    </p:spTree>
    <p:extLst>
      <p:ext uri="{BB962C8B-B14F-4D97-AF65-F5344CB8AC3E}">
        <p14:creationId xmlns:p14="http://schemas.microsoft.com/office/powerpoint/2010/main" val="546504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4BA5-203F-7F96-87BE-026DC049A1D0}"/>
              </a:ext>
            </a:extLst>
          </p:cNvPr>
          <p:cNvSpPr>
            <a:spLocks noGrp="1"/>
          </p:cNvSpPr>
          <p:nvPr>
            <p:ph type="title"/>
          </p:nvPr>
        </p:nvSpPr>
        <p:spPr>
          <a:xfrm>
            <a:off x="1360380" y="3429000"/>
            <a:ext cx="8596668" cy="1320800"/>
          </a:xfrm>
        </p:spPr>
        <p:txBody>
          <a:bodyPr/>
          <a:lstStyle/>
          <a:p>
            <a:r>
              <a:rPr lang="en-IN"/>
              <a:t>                  </a:t>
            </a:r>
            <a:r>
              <a:rPr lang="en-IN" sz="5400">
                <a:solidFill>
                  <a:schemeClr val="tx1"/>
                </a:solidFill>
              </a:rPr>
              <a:t>THANK YOU</a:t>
            </a:r>
          </a:p>
        </p:txBody>
      </p:sp>
    </p:spTree>
    <p:extLst>
      <p:ext uri="{BB962C8B-B14F-4D97-AF65-F5344CB8AC3E}">
        <p14:creationId xmlns:p14="http://schemas.microsoft.com/office/powerpoint/2010/main" val="149065143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316</TotalTime>
  <Words>591</Words>
  <Application>Microsoft Office PowerPoint</Application>
  <PresentationFormat>Widescreen</PresentationFormat>
  <Paragraphs>75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Trebuchet MS</vt:lpstr>
      <vt:lpstr>Wingdings 3</vt:lpstr>
      <vt:lpstr>Facet</vt:lpstr>
      <vt:lpstr>WEATHER RAINFALL PREDICTION</vt:lpstr>
      <vt:lpstr>                    INTRODUCTION</vt:lpstr>
      <vt:lpstr>                      OBJECTIVE</vt:lpstr>
      <vt:lpstr> WHAT IS WEATHER RAINFALL? </vt:lpstr>
      <vt:lpstr>                    KEY CONTENTS</vt:lpstr>
      <vt:lpstr>                     DATA COLLECTION</vt:lpstr>
      <vt:lpstr>               PROCESS OF DATASET</vt:lpstr>
      <vt:lpstr>                          DATASET</vt:lpstr>
      <vt:lpstr>                     GRAPHICAL OVERVIEW </vt:lpstr>
      <vt:lpstr>       Correlation Heatmap</vt:lpstr>
      <vt:lpstr>                   RESULT OBTAINED</vt:lpstr>
      <vt:lpstr>                  COMPARISON TABLE</vt:lpstr>
      <vt:lpstr>                   USER INTERFACE</vt:lpstr>
      <vt:lpstr>             FUTURE IMPROVEMENTS </vt:lpstr>
      <vt:lpstr>                      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irfanasherin9746@gmail.com</dc:creator>
  <cp:lastModifiedBy>irfanasherin9746@gmail.com</cp:lastModifiedBy>
  <cp:revision>1</cp:revision>
  <dcterms:created xsi:type="dcterms:W3CDTF">2025-11-16T09:40:26Z</dcterms:created>
  <dcterms:modified xsi:type="dcterms:W3CDTF">2025-11-18T14:35:26Z</dcterms:modified>
</cp:coreProperties>
</file>